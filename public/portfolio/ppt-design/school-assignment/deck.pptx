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진로 탐색  ·  자기 PR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0" y="411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i="1" spc="300" kern="0" dirty="0">
                <a:solidFill>
                  <a:srgbClr val="FFE6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이수연 / 고3 /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E6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HI,</a:t>
            </a:r>
            <a:endParaRPr lang="en-US" sz="13000" dirty="0"/>
          </a:p>
        </p:txBody>
      </p:sp>
      <p:sp>
        <p:nvSpPr>
          <p:cNvPr id="6" name="Text 4"/>
          <p:cNvSpPr/>
          <p:nvPr/>
        </p:nvSpPr>
        <p:spPr>
          <a:xfrm>
            <a:off x="457200" y="2697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 AM SU-YEON.</a:t>
            </a:r>
            <a:endParaRPr lang="en-US" sz="10000" dirty="0"/>
          </a:p>
        </p:txBody>
      </p:sp>
      <p:sp>
        <p:nvSpPr>
          <p:cNvPr id="7" name="Shape 5"/>
          <p:cNvSpPr/>
          <p:nvPr/>
        </p:nvSpPr>
        <p:spPr>
          <a:xfrm>
            <a:off x="457200" y="4297680"/>
            <a:ext cx="1371600" cy="164592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5262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1F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저는 "디자인으로 사회 문제를 푸는" 사람이 되고 싶습니다.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0" y="5943600"/>
            <a:ext cx="12188952" cy="731520"/>
          </a:xfrm>
          <a:prstGeom prst="rect">
            <a:avLst/>
          </a:prstGeom>
          <a:solidFill>
            <a:srgbClr val="FFE60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080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LEE SU-YEON / GOAL: SOCIAL DESIGN / 강남고 3학년 / 010-XXXX-XXXX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0" y="6355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@suyeon.lee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solidFill>
            <a:srgbClr val="FFE6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ABOUT ME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058400" y="457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저는 18세입니다.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080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그리고 이미 4가지를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E6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만들어봤습니다.</a:t>
            </a:r>
            <a:endParaRPr lang="en-US" sz="8000" dirty="0"/>
          </a:p>
        </p:txBody>
      </p:sp>
      <p:sp>
        <p:nvSpPr>
          <p:cNvPr id="8" name="Shape 6"/>
          <p:cNvSpPr/>
          <p:nvPr/>
        </p:nvSpPr>
        <p:spPr>
          <a:xfrm>
            <a:off x="457200" y="4526280"/>
            <a:ext cx="1371600" cy="164592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4846320"/>
            <a:ext cx="5394960" cy="640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48463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인스타 콘텐츠 (12K팔)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17920" y="4846320"/>
            <a:ext cx="5394960" cy="640080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48463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환경 동아리 (회장 2년)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5623560"/>
            <a:ext cx="5394960" cy="640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6235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유튜브 채널 (구독 1.4K)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17920" y="5623560"/>
            <a:ext cx="5394960" cy="640080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56235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지역 자원봉사 (240시간)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1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0" y="457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11살 때.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E6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동네 분리수거함이 너무 헷갈렸어요.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그림으로 안내판을 만들어서 붙였습니다.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1371600" cy="164592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4206240"/>
            <a:ext cx="11247120" cy="137160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343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E6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"네가 그린 거 정말 도움 됐어. 어른들도 보고 똑바로 버려."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동네 청소 아저씨, 11살 그때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그때부터 "디자인으로 진짜 도움이 되는 일"을 꿈꿨어요.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solidFill>
            <a:srgbClr val="FFE6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058400" y="457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4가지를 만들었어요.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1371600" cy="164592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468880"/>
            <a:ext cx="5394960" cy="1783080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60604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①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645920" y="2651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@suyeon.lee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36576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12K 팔로워 / 환경 인포그래픽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468880"/>
            <a:ext cx="5394960" cy="1783080"/>
          </a:xfrm>
          <a:prstGeom prst="rect">
            <a:avLst/>
          </a:prstGeom>
          <a:solidFill>
            <a:srgbClr val="FFE60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260604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②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406640" y="2651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CLUB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32461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환경동아리 GREEN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36576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회장 2년 / 회원 48명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480560"/>
            <a:ext cx="5394960" cy="1783080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6177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③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645920" y="4663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YOUTUBE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5257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수연이의 환경방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56692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1.4K 구독 / 매주 1편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4480560"/>
            <a:ext cx="5394960" cy="1783080"/>
          </a:xfrm>
          <a:prstGeom prst="rect">
            <a:avLst/>
          </a:prstGeom>
          <a:solidFill>
            <a:srgbClr val="FFE600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46177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④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7406640" y="4663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VOLUNTEER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92240" y="5257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분리수거 안내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92240" y="56692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240시간 / 5년 누적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0" y="457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0" b="1" dirty="0">
                <a:solidFill>
                  <a:srgbClr val="FFE6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12,000명.</a:t>
            </a:r>
            <a:endParaRPr lang="en-US" sz="28000" dirty="0"/>
          </a:p>
        </p:txBody>
      </p:sp>
      <p:sp>
        <p:nvSpPr>
          <p:cNvPr id="4" name="Shape 2"/>
          <p:cNvSpPr/>
          <p:nvPr/>
        </p:nvSpPr>
        <p:spPr>
          <a:xfrm>
            <a:off x="457200" y="4297680"/>
            <a:ext cx="1371600" cy="164592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5262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저의 인스타 팔로워.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0E5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환경 인포그래픽 1편 · 평균 좋아요 8.2K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263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"고3이 운영하는 가장 큰 환경 콘텐츠 채널" — 친환경 매거진 SUSTAIN, 2025.11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058400" y="457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할 수 있는 것.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371600" cy="164592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606040"/>
            <a:ext cx="3657600" cy="1554480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432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· Procreate · Adobe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2606040"/>
            <a:ext cx="3657600" cy="1554480"/>
          </a:xfrm>
          <a:prstGeom prst="rect">
            <a:avLst/>
          </a:prstGeom>
          <a:solidFill>
            <a:srgbClr val="FFE60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432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32461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Premiere Pro · CapCut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2606040"/>
            <a:ext cx="3657600" cy="155448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432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0" y="32461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Notion · 매주 뉴스레터 1편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297680"/>
            <a:ext cx="3657600" cy="1554480"/>
          </a:xfrm>
          <a:prstGeom prst="rect">
            <a:avLst/>
          </a:prstGeom>
          <a:solidFill>
            <a:srgbClr val="10D9B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434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49377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동아리 운영 · 행사 기획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97680" y="4297680"/>
            <a:ext cx="3657600" cy="1554480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4434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PUBLIC SPEAK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0" y="49377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교내·구청 청소년 발표 8회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4297680"/>
            <a:ext cx="3657600" cy="1554480"/>
          </a:xfrm>
          <a:prstGeom prst="rect">
            <a:avLst/>
          </a:prstGeom>
          <a:solidFill>
            <a:srgbClr val="FFE600"/>
          </a:solidFill>
          <a:ln/>
        </p:spPr>
      </p:sp>
      <p:sp>
        <p:nvSpPr>
          <p:cNvPr id="23" name="Text 21"/>
          <p:cNvSpPr/>
          <p:nvPr/>
        </p:nvSpPr>
        <p:spPr>
          <a:xfrm>
            <a:off x="8412480" y="4434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LANGUAGES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12480" y="49377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영어 (TOEFL 102) · 일본어 (N3)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0" y="457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 GOAL.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디자인으로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1F8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사회 문제를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푸는 사람.</a:t>
            </a:r>
            <a:endParaRPr lang="en-US" sz="8000" dirty="0"/>
          </a:p>
        </p:txBody>
      </p:sp>
      <p:sp>
        <p:nvSpPr>
          <p:cNvPr id="7" name="Shape 5"/>
          <p:cNvSpPr/>
          <p:nvPr/>
        </p:nvSpPr>
        <p:spPr>
          <a:xfrm>
            <a:off x="457200" y="5029200"/>
            <a:ext cx="1371600" cy="164592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입학 → 디자인+사회혁신 복수전공 → 졸업 → 사회적 기업.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32세까지 — 환경 디자인 사회적 기업 1개 운영하는 게 목표입니다.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058400" y="457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학교를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E6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선택했을까?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457200" y="3200400"/>
            <a:ext cx="1371600" cy="164592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35204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①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71600" y="3566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디자인+사회혁신 복수전공이 있는 유일한 학교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1247120" cy="0"/>
          </a:xfrm>
          <a:prstGeom prst="line">
            <a:avLst/>
          </a:prstGeom>
          <a:noFill/>
          <a:ln w="5080">
            <a:solidFill>
              <a:srgbClr val="8080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1605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 디자인 연구실 (이OO 교수님) 학부생 참여 가능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663440"/>
            <a:ext cx="11247120" cy="0"/>
          </a:xfrm>
          <a:prstGeom prst="line">
            <a:avLst/>
          </a:prstGeom>
          <a:noFill/>
          <a:ln w="5080">
            <a:solidFill>
              <a:srgbClr val="8080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8006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③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7160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1학년 때 사회적 기업 인턴 의무 — 정확히 내 길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11247120" cy="0"/>
          </a:xfrm>
          <a:prstGeom prst="line">
            <a:avLst/>
          </a:prstGeom>
          <a:noFill/>
          <a:ln w="5080">
            <a:solidFill>
              <a:srgbClr val="8080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54406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④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371600" y="5486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학교 위치 — 동네 자원봉사 240시간 누적된 그 동네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943600"/>
            <a:ext cx="11247120" cy="0"/>
          </a:xfrm>
          <a:prstGeom prst="line">
            <a:avLst/>
          </a:prstGeom>
          <a:noFill/>
          <a:ln w="5080">
            <a:solidFill>
              <a:srgbClr val="80808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1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0" y="457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저는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E6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입학하면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이걸 합니다.</a:t>
            </a:r>
            <a:endParaRPr lang="en-US" sz="10000" dirty="0"/>
          </a:p>
        </p:txBody>
      </p:sp>
      <p:sp>
        <p:nvSpPr>
          <p:cNvPr id="6" name="Shape 4"/>
          <p:cNvSpPr/>
          <p:nvPr/>
        </p:nvSpPr>
        <p:spPr>
          <a:xfrm>
            <a:off x="457200" y="4754880"/>
            <a:ext cx="1371600" cy="164592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1학년 1학기 — 학교 분리수거 시스템 디자인 (졸업과제 중간 단계)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1학년 2학기 — 사회적 기업 인턴 + 환경 디자인 사이드 프로젝트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2학년 — 동네 자원봉사 1주 8시간 유지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졸업 작품 — 한국 도시 환경 디자인 가이드북 (오픈소스)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FFE6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 / 10  ·  THANK YOU FOR LISTENING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FFE6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FF1F8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YOU.</a:t>
            </a:r>
            <a:endParaRPr lang="en-US" sz="20000" dirty="0"/>
          </a:p>
        </p:txBody>
      </p:sp>
      <p:sp>
        <p:nvSpPr>
          <p:cNvPr id="6" name="Shape 4"/>
          <p:cNvSpPr/>
          <p:nvPr/>
        </p:nvSpPr>
        <p:spPr>
          <a:xfrm>
            <a:off x="457200" y="4937760"/>
            <a:ext cx="1371600" cy="164592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5166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이수연 / Lee Su-yeon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@suyeon.lee  ·  suyeon.design@gmail.com  ·  010-XXXX-XXXX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355080"/>
            <a:ext cx="12188952" cy="365760"/>
          </a:xfrm>
          <a:prstGeom prst="rect">
            <a:avLst/>
          </a:prstGeom>
          <a:solidFill>
            <a:srgbClr val="FF1F8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"디자인으로 사회 문제를 푸는 사람" — 18살의 약속.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2026-04-30T12:25:41Z</dcterms:created>
  <dcterms:modified xsi:type="dcterms:W3CDTF">2026-04-30T12:25:41Z</dcterms:modified>
</cp:coreProperties>
</file>