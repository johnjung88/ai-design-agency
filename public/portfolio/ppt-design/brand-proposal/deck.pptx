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47120" cy="0"/>
          </a:xfrm>
          <a:prstGeom prst="line">
            <a:avLst/>
          </a:prstGeom>
          <a:noFill/>
          <a:ln w="1270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LIVINGLAB STUDIO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5943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ISSUE 04 / SPRING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LivingLab.</a:t>
            </a:r>
            <a:endParaRPr lang="en-US" sz="145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공간을 다시 짓다 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자연 소재로 짓는 따뜻한 인테리어 스튜디오.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572000"/>
            <a:ext cx="3657600" cy="155448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0" name="Shape 8"/>
          <p:cNvSpPr/>
          <p:nvPr/>
        </p:nvSpPr>
        <p:spPr>
          <a:xfrm>
            <a:off x="4251960" y="4572000"/>
            <a:ext cx="3657600" cy="1554480"/>
          </a:xfrm>
          <a:prstGeom prst="rect">
            <a:avLst/>
          </a:prstGeom>
          <a:solidFill>
            <a:srgbClr val="8B9D7C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0" y="4572000"/>
            <a:ext cx="3657600" cy="155448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58521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RESIDENTIAL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34840" y="58521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COMMERCIAL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58521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HOSPITALITY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12700">
            <a:solidFill>
              <a:srgbClr val="5C45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Founded 2018 · Seoul · 142 Projects · ESTD by Yoo Hye-jin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LETTER FROM THE FOUNDER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p.02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Letter.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65760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창립자의 편지.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"공간이 사람을 만든다."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365760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아침에 일어나 가장 먼저 마주하는 벽, 매일 식사하는 식탁의 결, 잠들기 전 마지막으로 만지는 침구의 질감. 우리는 매일의 사소한 순간들이 모여 삶이 된다고 믿습니다. LivingLab은 그 순간들을 디자인합니다.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— Yoo Hye-jin, Founder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3383280"/>
          </a:xfrm>
          <a:prstGeom prst="rect">
            <a:avLst/>
          </a:prstGeom>
          <a:solidFill>
            <a:srgbClr val="56684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310896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"Every wall has a story."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75120" y="411480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4EFE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"우리는 인테리어가 아닌 라이프스타일을 만듭니다."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5852160"/>
            <a:ext cx="365760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59436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LIVINGLAB MANIFESTO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DESIGN PHILOSOPHY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p.03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Three principles.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468880"/>
            <a:ext cx="36576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060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Natural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D7C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자연 소재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32004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43484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원목·돌·린넨·도자기. 손으로 만든 흔적이 남는 자연 소재만.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97680" y="2468880"/>
            <a:ext cx="36576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6060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II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4572000" y="3337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Slow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72000" y="3794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D7C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천천히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4251960"/>
            <a:ext cx="32004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443484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유행을 좇지 않습니다. 10년 후에도 사랑받는 디자인을 만듭니다.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2468880"/>
            <a:ext cx="36576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6060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III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8412480" y="3337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Lived-in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D7C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살아있는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0" y="4251960"/>
            <a:ext cx="32004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443484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전시장이 아닌 사람이 사는 공간. 흠도 흔적도 모두 디자인의 일부.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OUR SERVICES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p.04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What we design.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6032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560320"/>
            <a:ext cx="137160" cy="169164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974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828800" y="2743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RESIDENTIAL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주거 공간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35204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아파트·단독주택·빌라. 평수·예산·라이프스타일에 맞춤.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₩3.5M / 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256032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2560320"/>
            <a:ext cx="137160" cy="169164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6974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589520" y="2743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COMMERCIAL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5895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상업 공간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35204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카페·레스토랑·매장. 브랜드 아이덴티티 + 운영 효율.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0" y="35661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₩4.5M / 평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434840"/>
            <a:ext cx="137160" cy="169164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5720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828800" y="4617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HOSPITALITY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828800" y="4892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호스피탈리티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2960" y="53949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호텔·게스트하우스·공유 오피스. 경험 디자인 중심.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0560" y="54406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₩5.5M / 평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17920" y="443484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4434840"/>
            <a:ext cx="137160" cy="169164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45720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7589520" y="4617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BRANDING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4892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공간 브랜딩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583680" y="53949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공간 + VI + 사이니지 + 가구 큐레이션 통합.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241280" y="54406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₩48M ~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OUR PROCESS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p.05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From idea to home.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8주 평균 — 큐레이션부터 입주까지.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92608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solidFill>
            <a:srgbClr val="5C452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DISCOVER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1주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237744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34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라이프스타일 인터뷰 + 공간 실측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292608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26080"/>
            <a:ext cx="2743200" cy="365760"/>
          </a:xfrm>
          <a:prstGeom prst="rect">
            <a:avLst/>
          </a:prstGeom>
          <a:solidFill>
            <a:srgbClr val="5C4525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20440" y="3429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DESIGN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52044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2주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520440" y="4297680"/>
            <a:ext cx="237744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4434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무드보드 + 3D 렌더링 + 자재 큐레이션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2926080"/>
            <a:ext cx="2743200" cy="365760"/>
          </a:xfrm>
          <a:prstGeom prst="rect">
            <a:avLst/>
          </a:prstGeom>
          <a:solidFill>
            <a:srgbClr val="5C4525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3429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BUILD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080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4주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0" y="4297680"/>
            <a:ext cx="237744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4434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철거·시공·설치 (현장 PM 전담)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98280" y="292608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2926080"/>
            <a:ext cx="2743200" cy="365760"/>
          </a:xfrm>
          <a:prstGeom prst="rect">
            <a:avLst/>
          </a:prstGeom>
          <a:solidFill>
            <a:srgbClr val="5C4525"/>
          </a:solidFill>
          <a:ln/>
        </p:spPr>
      </p:sp>
      <p:sp>
        <p:nvSpPr>
          <p:cNvPr id="33" name="Text 31"/>
          <p:cNvSpPr/>
          <p:nvPr/>
        </p:nvSpPr>
        <p:spPr>
          <a:xfrm>
            <a:off x="909828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81160" y="3429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STYLING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28116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1주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281160" y="4297680"/>
            <a:ext cx="237744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81160" y="4434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가구 배치 + 조명 + 패브릭 마감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SIGNATURE PROJECT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p.06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Hannam-dong House.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한남동 38평 단독주택 — 5인 가족 / 2025.06 완공 / 18주.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926080"/>
            <a:ext cx="3657600" cy="15087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1148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2926080"/>
            <a:ext cx="3657600" cy="1508760"/>
          </a:xfrm>
          <a:prstGeom prst="rect">
            <a:avLst/>
          </a:prstGeom>
          <a:solidFill>
            <a:srgbClr val="8B9D7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41148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Kitchen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2926080"/>
            <a:ext cx="3657600" cy="150876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41148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Bedroom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3657600" cy="1508760"/>
          </a:xfrm>
          <a:prstGeom prst="rect">
            <a:avLst/>
          </a:prstGeom>
          <a:solidFill>
            <a:srgbClr val="5C452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760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Study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97680" y="4572000"/>
            <a:ext cx="3657600" cy="1508760"/>
          </a:xfrm>
          <a:prstGeom prst="rect">
            <a:avLst/>
          </a:prstGeom>
          <a:solidFill>
            <a:srgbClr val="566846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760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Bath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38160" y="4572000"/>
            <a:ext cx="3657600" cy="1508760"/>
          </a:xfrm>
          <a:prstGeom prst="rect">
            <a:avLst/>
          </a:prstGeom>
          <a:solidFill>
            <a:srgbClr val="6B6356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5760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Garden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SIGNATURE PROJECT 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p.07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Songpa Cafe Ova.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송파동 카페 OVA — 32평 상업 공간 / 2025.09 / 12주 / 월매출 +180%.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926080"/>
            <a:ext cx="7132320" cy="34747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26080"/>
            <a:ext cx="7132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HERO INTERIOR PHOTO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0" y="2926080"/>
            <a:ext cx="3931920" cy="109728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0" y="292608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4114800"/>
            <a:ext cx="3931920" cy="1097280"/>
          </a:xfrm>
          <a:prstGeom prst="rect">
            <a:avLst/>
          </a:prstGeom>
          <a:solidFill>
            <a:srgbClr val="8B9D7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0" y="41148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MATERIAL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5303520"/>
            <a:ext cx="3931920" cy="1097280"/>
          </a:xfrm>
          <a:prstGeom prst="rect">
            <a:avLst/>
          </a:prstGeom>
          <a:solidFill>
            <a:srgbClr val="56684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0" y="530352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LIGHTING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PROJECT NUMBERS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p.08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By the numbers.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46888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060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142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Projects Done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2018-2026 누적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46888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6060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96%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6492240" y="3566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Repeat Clients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재의뢰·소개율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38912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5262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8주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731520" y="54864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Avg Timeline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760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디자인 + 시공 + 스타일링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4389120"/>
            <a:ext cx="53949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5262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₩4.2M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6492240" y="54864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Avg / 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5760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주거 평균 단가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MATERIAL LIBRARY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p.09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Our materials.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자연 소재만 — 12개 카테고리 240+ 옵션.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926080"/>
            <a:ext cx="1783080" cy="1280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319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OAK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54580" y="2926080"/>
            <a:ext cx="1783080" cy="1280160"/>
          </a:xfrm>
          <a:prstGeom prst="rect">
            <a:avLst/>
          </a:prstGeom>
          <a:solidFill>
            <a:srgbClr val="5C4525"/>
          </a:solidFill>
          <a:ln/>
        </p:spPr>
      </p:sp>
      <p:sp>
        <p:nvSpPr>
          <p:cNvPr id="13" name="Text 11"/>
          <p:cNvSpPr/>
          <p:nvPr/>
        </p:nvSpPr>
        <p:spPr>
          <a:xfrm>
            <a:off x="2354580" y="39319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WALNUT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1783080" cy="1280160"/>
          </a:xfrm>
          <a:prstGeom prst="rect">
            <a:avLst/>
          </a:prstGeom>
          <a:solidFill>
            <a:srgbClr val="C5BCA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39319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LIMESTONE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49340" y="2926080"/>
            <a:ext cx="1783080" cy="1280160"/>
          </a:xfrm>
          <a:prstGeom prst="rect">
            <a:avLst/>
          </a:prstGeom>
          <a:solidFill>
            <a:srgbClr val="D9CFB8"/>
          </a:solidFill>
          <a:ln/>
        </p:spPr>
      </p:sp>
      <p:sp>
        <p:nvSpPr>
          <p:cNvPr id="17" name="Text 15"/>
          <p:cNvSpPr/>
          <p:nvPr/>
        </p:nvSpPr>
        <p:spPr>
          <a:xfrm>
            <a:off x="6149340" y="39319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TRAVERTINE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046720" y="2926080"/>
            <a:ext cx="1783080" cy="1280160"/>
          </a:xfrm>
          <a:prstGeom prst="rect">
            <a:avLst/>
          </a:prstGeom>
          <a:solidFill>
            <a:srgbClr val="E5DDC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9319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LINEN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944100" y="2926080"/>
            <a:ext cx="1783080" cy="1280160"/>
          </a:xfrm>
          <a:prstGeom prst="rect">
            <a:avLst/>
          </a:prstGeom>
          <a:solidFill>
            <a:srgbClr val="B8AC95"/>
          </a:solidFill>
          <a:ln/>
        </p:spPr>
      </p:sp>
      <p:sp>
        <p:nvSpPr>
          <p:cNvPr id="21" name="Text 19"/>
          <p:cNvSpPr/>
          <p:nvPr/>
        </p:nvSpPr>
        <p:spPr>
          <a:xfrm>
            <a:off x="9944100" y="39319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WOOL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1783080" cy="1280160"/>
          </a:xfrm>
          <a:prstGeom prst="rect">
            <a:avLst/>
          </a:prstGeom>
          <a:solidFill>
            <a:srgbClr val="B892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5778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BRASS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354580" y="4572000"/>
            <a:ext cx="1783080" cy="1280160"/>
          </a:xfrm>
          <a:prstGeom prst="rect">
            <a:avLst/>
          </a:prstGeom>
          <a:solidFill>
            <a:srgbClr val="3F3A35"/>
          </a:solidFill>
          <a:ln/>
        </p:spPr>
      </p:sp>
      <p:sp>
        <p:nvSpPr>
          <p:cNvPr id="25" name="Text 23"/>
          <p:cNvSpPr/>
          <p:nvPr/>
        </p:nvSpPr>
        <p:spPr>
          <a:xfrm>
            <a:off x="2354580" y="55778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IRON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251960" y="4572000"/>
            <a:ext cx="1783080" cy="1280160"/>
          </a:xfrm>
          <a:prstGeom prst="rect">
            <a:avLst/>
          </a:prstGeom>
          <a:solidFill>
            <a:srgbClr val="EBE3D2"/>
          </a:solidFill>
          <a:ln/>
        </p:spPr>
      </p:sp>
      <p:sp>
        <p:nvSpPr>
          <p:cNvPr id="27" name="Text 25"/>
          <p:cNvSpPr/>
          <p:nvPr/>
        </p:nvSpPr>
        <p:spPr>
          <a:xfrm>
            <a:off x="4251960" y="55778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CERAMIC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49340" y="4572000"/>
            <a:ext cx="1783080" cy="1280160"/>
          </a:xfrm>
          <a:prstGeom prst="rect">
            <a:avLst/>
          </a:prstGeom>
          <a:solidFill>
            <a:srgbClr val="E8E4DA"/>
          </a:solidFill>
          <a:ln/>
        </p:spPr>
      </p:sp>
      <p:sp>
        <p:nvSpPr>
          <p:cNvPr id="29" name="Text 27"/>
          <p:cNvSpPr/>
          <p:nvPr/>
        </p:nvSpPr>
        <p:spPr>
          <a:xfrm>
            <a:off x="6149340" y="55778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MARBLE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046720" y="4572000"/>
            <a:ext cx="1783080" cy="1280160"/>
          </a:xfrm>
          <a:prstGeom prst="rect">
            <a:avLst/>
          </a:prstGeom>
          <a:solidFill>
            <a:srgbClr val="8B9D7C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0" y="55778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BAMBOO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944100" y="4572000"/>
            <a:ext cx="1783080" cy="1280160"/>
          </a:xfrm>
          <a:prstGeom prst="rect">
            <a:avLst/>
          </a:prstGeom>
          <a:solidFill>
            <a:srgbClr val="B86B4A"/>
          </a:solidFill>
          <a:ln/>
        </p:spPr>
      </p:sp>
      <p:sp>
        <p:nvSpPr>
          <p:cNvPr id="33" name="Text 31"/>
          <p:cNvSpPr/>
          <p:nvPr/>
        </p:nvSpPr>
        <p:spPr>
          <a:xfrm>
            <a:off x="9944100" y="55778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CORK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* 모든 자재는 친환경 인증 (E0·F4 STAR·GREENGUARD).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CLIENT WORDS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p.10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In our clients' words.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51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"공간이 바뀌니 가족 대화가 늘었습니다. 식탁이 진짜 식탁이 되었어요."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3657600" cy="0"/>
          </a:xfrm>
          <a:prstGeom prst="line">
            <a:avLst/>
          </a:prstGeom>
          <a:noFill/>
          <a:ln w="5080">
            <a:solidFill>
              <a:srgbClr val="B8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37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— 한OO 가족, 한남동 38평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9319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"카페 매출이 2배 늘었습니다. 손님들이 사진 찍으러 일부러 옵니다."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3657600" cy="0"/>
          </a:xfrm>
          <a:prstGeom prst="line">
            <a:avLst/>
          </a:prstGeom>
          <a:noFill/>
          <a:ln w="5080">
            <a:solidFill>
              <a:srgbClr val="B8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— 박OO 대표, 송파 카페 OVA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2120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"호텔 객실 한 곳을 디자인했더니 다른 객실 18곳도 의뢰드렸습니다."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5852160"/>
            <a:ext cx="3657600" cy="0"/>
          </a:xfrm>
          <a:prstGeom prst="line">
            <a:avLst/>
          </a:prstGeom>
          <a:noFill/>
          <a:ln w="5080">
            <a:solidFill>
              <a:srgbClr val="B86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897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— 정OO 총괄, 제주 부띠끄호텔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PRESS &amp; MEDIA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p.11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As featured in.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3657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ELLE Decoration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063240"/>
            <a:ext cx="27432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54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2025.11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Best Korean Interior Studio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2514600"/>
            <a:ext cx="3657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VOGUE Living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0" y="3063240"/>
            <a:ext cx="27432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154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2025.08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0" y="34290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10 Studios to Watch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2514600"/>
            <a:ext cx="3657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Wallpaper*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412480" y="3063240"/>
            <a:ext cx="27432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3154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2480" y="34290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Asia's New Wave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343400"/>
            <a:ext cx="3657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480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Casa Brutus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31520" y="4892040"/>
            <a:ext cx="27432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1520" y="52578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Korean Renaissance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97680" y="4343400"/>
            <a:ext cx="3657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4480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AROUND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0" y="4892040"/>
            <a:ext cx="27432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2024.12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0" y="52578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Design Issue Cover Story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38160" y="4343400"/>
            <a:ext cx="3657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0" y="4480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월간디자인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412480" y="4892040"/>
            <a:ext cx="27432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2024.10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52578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올해의 인테리어 신생 스튜디오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OUR TEAM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p.12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Meet the studio.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12 designers + 2 PMs + 자재 큐레이터 1명.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926080"/>
            <a:ext cx="27432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926080"/>
            <a:ext cx="2743200" cy="16459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9260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PORTRAIT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4663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Founder · Principal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Yoo Hye-jin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" y="5440680"/>
            <a:ext cx="2286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건축학 / 밀라노 스튜디오 5년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2926080"/>
            <a:ext cx="27432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26080"/>
            <a:ext cx="2743200" cy="16459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29260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PORTRAIT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11880" y="4663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Senior Designer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11880" y="4937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Kim So-yeon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11880" y="5440680"/>
            <a:ext cx="2286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55778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도쿄 무인양품 디자인 4년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27432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2926080"/>
            <a:ext cx="2743200" cy="16459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29260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PORTRAIT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92240" y="4663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Senior Designer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92240" y="4937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Park Jun-young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492240" y="5440680"/>
            <a:ext cx="2286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55778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서울 매스스터디 6년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98280" y="2926080"/>
            <a:ext cx="27432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2926080"/>
            <a:ext cx="2743200" cy="16459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33" name="Text 31"/>
          <p:cNvSpPr/>
          <p:nvPr/>
        </p:nvSpPr>
        <p:spPr>
          <a:xfrm>
            <a:off x="9098280" y="29260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PORTRAIT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372600" y="4663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Material Curator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372600" y="4937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Lee Hwa-young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372600" y="5440680"/>
            <a:ext cx="2286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72600" y="55778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유럽 자재 직접 큐레이션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PRICING GUIDE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p.13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Pricing.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유형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45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단가 (평당)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45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최소 평수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45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기간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45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포함 사항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452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주거 (BASIC)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6B4A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₩3.5M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20평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8주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디자인 + 시공 + 표준 자재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주거 (PREMIUM)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6B4A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₩5.5M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20평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12주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+ 프리미엄 자재 + 가구 큐레이션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상업 (CAFE)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6B4A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₩4.5M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15평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10주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디자인 + 시공 + 사이니지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상업 (RESTAURANT)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6B4A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₩5.5M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20평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14주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+ 주방 동선·전기·가스 통합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호스피탈리티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6B4A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₩6.5M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30평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16주+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+ 객실/공용공간 통합 디자인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공간 브랜딩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6B4A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₩48M~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—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Bodoni MT" pitchFamily="34" charset="0"/>
                          <a:ea typeface="Bodoni MT" pitchFamily="34" charset="-122"/>
                          <a:cs typeface="Bodoni MT" pitchFamily="34" charset="-120"/>
                        </a:rPr>
                        <a:t>Custom</a:t>
                      </a:r>
                      <a:endParaRPr lang="en-US" sz="1100" dirty="0">
                        <a:latin typeface="Bodoni MT" charset="0"/>
                        <a:ea typeface="Bodoni MT" charset="0"/>
                        <a:cs typeface="Bodoni M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에스코어 드림" pitchFamily="34" charset="0"/>
                          <a:ea typeface="에스코어 드림" pitchFamily="34" charset="-122"/>
                          <a:cs typeface="에스코어 드림" pitchFamily="34" charset="-120"/>
                        </a:rPr>
                        <a:t>+ VI · 사이니지 · 가구 큐레이션</a:t>
                      </a:r>
                      <a:endParaRPr lang="en-US" sz="1100" dirty="0">
                        <a:latin typeface="에스코어 드림" charset="0"/>
                        <a:ea typeface="에스코어 드림" charset="0"/>
                        <a:cs typeface="에스코어 드림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356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* VAT 별도. 자재는 세부 견적에서 결정. 평당가는 기본 표준이며 실제 견적은 현장 실측 후 산출.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PORTFOLIO INDEX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p.14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Selected works.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14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2025.11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Hannam-dong House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RESIDENTIAL · 38평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3017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Songpa Cafe Ova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017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COMMERCIAL · 32평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20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Jeju Boutique Hotel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HOSPITALITY · 객실 18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Yongsan Atelier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RESIDENTIAL · 24평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526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1168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Itaewon Concept Store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COMMERCIAL · 22평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5029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2025.01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1168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Sungbuk-dong Villa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RESIDENTIAL · 52평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544068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5532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2024.11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11680" y="5532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Gangnam Office Lounge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0" y="5532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COMMERCIAL · 280평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594360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035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2024.09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11680" y="6035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Seogwipo Stay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58000" y="6035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HOSPITALITY · 6실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3810">
            <a:solidFill>
              <a:srgbClr val="D7CFC0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ESG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p.15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ESG Commitment.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514600"/>
            <a:ext cx="1280160" cy="1097280"/>
          </a:xfrm>
          <a:prstGeom prst="rect">
            <a:avLst/>
          </a:prstGeom>
          <a:solidFill>
            <a:srgbClr val="56684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514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1554480" y="2697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ENVIRONMENT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친환경 자재 100% / 폐기물 분리 / 재활용 가구 22%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794760"/>
            <a:ext cx="1280160" cy="1097280"/>
          </a:xfrm>
          <a:prstGeom prst="rect">
            <a:avLst/>
          </a:prstGeom>
          <a:solidFill>
            <a:srgbClr val="56684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9476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15544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SOCIAL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55448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장인·중소 공방 직접 거래 12곳 / 정상 단가 지급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5074920"/>
            <a:ext cx="1280160" cy="1097280"/>
          </a:xfrm>
          <a:prstGeom prst="rect">
            <a:avLst/>
          </a:prstGeom>
          <a:solidFill>
            <a:srgbClr val="56684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507492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1554480" y="5257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554480" y="5577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투명 견적 / 추가 비용 0 / 분기 진행 보고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OUR SPACE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p.16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Visit our studio.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6400800" cy="3657600"/>
          </a:xfrm>
          <a:prstGeom prst="rect">
            <a:avLst/>
          </a:prstGeom>
          <a:solidFill>
            <a:srgbClr val="8B9D7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F4EFE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MAP / 서울 종로구 북촌로 84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4088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ADDRESS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서울 종로구 북촌로 84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LivingLab Studio 1F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0" y="3383280"/>
            <a:ext cx="4572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HOURS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0880" y="3703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Tue - Sat / 11AM - 7PM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(예약제 / 일·월 휴무)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40880" y="4297680"/>
            <a:ext cx="4572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4343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CONTACT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40880" y="46177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+82 2 555-7234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studio@livinglab.kr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0" y="5212080"/>
            <a:ext cx="4572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5257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INSTAGRAM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40880" y="55321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@livinglab.studio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팔로워 84K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40880" y="6126480"/>
            <a:ext cx="45720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p.17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How to start.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11247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517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45920" y="26517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WEBSITE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2697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livinglab.kr/inquiry — 견적 폼 작성 (5분)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11247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611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645920" y="36118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MEET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1시간 무료 상담 — 스튜디오 또는 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11247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720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645920" y="45720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MEASURE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4617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현장 실측 (₩300K, 계약 시 차감)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532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645920" y="5532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CONTRACT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55778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A14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디자인 제안 + 견적서 → 계약 체결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AWARDS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p.18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Recognition.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53949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5176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2103120" y="2697480"/>
            <a:ext cx="0" cy="73152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2788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Korea Interior Awards · GOLD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514600"/>
            <a:ext cx="53949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65176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7863840" y="2697480"/>
            <a:ext cx="0" cy="73152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2788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Asia Design Prize · WINNER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53949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319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2103120" y="3977640"/>
            <a:ext cx="0" cy="73152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4069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Red Dot Design Award · BEST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794760"/>
            <a:ext cx="53949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9319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7863840" y="3977640"/>
            <a:ext cx="0" cy="73152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4069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iF Design Award · GOLD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074920"/>
            <a:ext cx="53949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1208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2103120" y="5257800"/>
            <a:ext cx="0" cy="73152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0" y="5349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월간디자인 올해의 신생 스튜디오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17920" y="5074920"/>
            <a:ext cx="53949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521208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2023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7863840" y="5257800"/>
            <a:ext cx="0" cy="73152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0" y="5349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525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Hong Kong Design Awards · MERIT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CONTACT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p.19 / 20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Let's talk.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EMAIL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studio@livinglab.kr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53035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PHONE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+82 2 555-7234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17920" y="3611880"/>
            <a:ext cx="53035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livinglab.kr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3035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8952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@livinglab.studio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035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937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STUDIO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28800" y="4937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서울 종로구 북촌로 84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5440680"/>
            <a:ext cx="53035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4937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HOURS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589520" y="4937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Tue-Sat 11AM-7PM (예약)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5440680"/>
            <a:ext cx="53035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47120" cy="0"/>
          </a:xfrm>
          <a:prstGeom prst="line">
            <a:avLst/>
          </a:prstGeom>
          <a:noFill/>
          <a:ln w="19050">
            <a:solidFill>
              <a:srgbClr val="5C452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0" i="1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Living, well.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457200" y="402336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에스코어 드림" pitchFamily="34" charset="0"/>
                <a:ea typeface="에스코어 드림" pitchFamily="34" charset="-122"/>
                <a:cs typeface="에스코어 드림" pitchFamily="34" charset="-120"/>
              </a:rPr>
              <a:t>LivingLab Studio — 공간으로 시작하는 좋은 삶.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Yoo Hye-jin · Founder  /  studio@livinglab.kr  /  livinglab.kr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5669280"/>
            <a:ext cx="137160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C452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LIVINGLAB STUDIO · ISSUE 04 · SPRING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9050">
            <a:solidFill>
              <a:srgbClr val="5C45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0" y="6492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2026-04-30T11:49:49Z</dcterms:created>
  <dcterms:modified xsi:type="dcterms:W3CDTF">2026-04-30T11:49:49Z</dcterms:modified>
</cp:coreProperties>
</file>