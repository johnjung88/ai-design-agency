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INTERNSHIP REPORT  ·  SUMMER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94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VOL. 01 · BAEKBOOK &amp; CO.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My Summer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B86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 BaekBook.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1247120" cy="0"/>
          </a:xfrm>
          <a:prstGeom prst="line">
            <a:avLst/>
          </a:prstGeom>
          <a:noFill/>
          <a:ln w="8890">
            <a:solidFill>
              <a:srgbClr val="C9A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출판 스타트업에서 8주, 그리고 무엇을 배웠나.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실무 8주 · 전담 프로젝트 1건 · 발표 자료 6건 제작.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989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INTERN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263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박지원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연세대 미디어 4년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8980" y="5989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DURATION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8980" y="6263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8 weeks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2026.07 - 08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5989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TEAM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6263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Marketing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팀장 한OO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92540" y="5989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MENTOR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2540" y="6263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Lee senior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Manager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MY OBJECTIVE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p.02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I joined.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미디어 학과 4학년이 출판 스타트업에 인턴 간 이유.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D7C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17520"/>
            <a:ext cx="137160" cy="914400"/>
          </a:xfrm>
          <a:prstGeom prst="rect">
            <a:avLst/>
          </a:prstGeom>
          <a:solidFill>
            <a:srgbClr val="B8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GOAL 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출판 산업의 디지털 전환을 직접 보기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오프라인 책 → 온라인 / SNS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471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D7C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69080"/>
            <a:ext cx="137160" cy="914400"/>
          </a:xfrm>
          <a:prstGeom prst="rect">
            <a:avLst/>
          </a:prstGeom>
          <a:solidFill>
            <a:srgbClr val="B8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GOAL 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마케팅 실무 경험 (수업과 다른)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캠페인 1건 처음부터 끝까지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D7CF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20640"/>
            <a:ext cx="137160" cy="914400"/>
          </a:xfrm>
          <a:prstGeom prst="rect">
            <a:avLst/>
          </a:prstGeom>
          <a:solidFill>
            <a:srgbClr val="B8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GOAL 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취업 vs 대학원 vs 창업 결정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현장 경험으로 진로 명확화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WHAT I DID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p.03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weeks · 4 deliverables.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spc="400" kern="0" dirty="0">
                <a:solidFill>
                  <a:srgbClr val="C9A2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WEEK 1-2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인사·도구·전 부서 미팅 14건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46888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468880"/>
            <a:ext cx="274320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spc="400" kern="0" dirty="0">
                <a:solidFill>
                  <a:srgbClr val="C9A2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WEEK 3-4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520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Z세대 독서 패턴 144명 설문 + 분석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spc="400" kern="0" dirty="0">
                <a:solidFill>
                  <a:srgbClr val="C9A2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WEEK 5-6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EXECUTE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520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신간 마케팅 캠페인 (인스타·뉴스레터)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98280" y="246888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2468880"/>
            <a:ext cx="2743200" cy="45720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spc="400" kern="0" dirty="0">
                <a:solidFill>
                  <a:srgbClr val="C9A2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WEEK 7-8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811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WRAP 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81160" y="3520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성과 측정 + 리포트 + 다음 인턴 매뉴얼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KEY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p.04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My main project.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"Z세대 독서 회복 캠페인" — 4주 운영.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+38%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캠페인 신간 매출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전월 대비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8980" y="301752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8.4K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518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인스타 도달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186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오가닉 (광고 X)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301752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+22%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뉴스레터 구독자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1,800 → 2,200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92540" y="301752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542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+1,200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7542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신규 독자 등록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7542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캠페인 기간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4EFE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"신입사원이 들어와 직접 캠페인 1건을 끝까지 운영한 건 처음입니다. 박지원 인턴은 제 기대를 넘었습니다."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C9A2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— Lee senior, Marketing Manager · BaekBook &amp; Co.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WHAT I LEARNED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p.05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lessons.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B86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수업의 절반은 현장에서.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0" y="3154680"/>
            <a:ext cx="411480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246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마케팅 4P를 외웠지만, 실제 캠페인은 "이번 주 마감"이 가장 큰 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B86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II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182880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혼자가 아니다.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28800" y="4480560"/>
            <a:ext cx="411480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디자이너·편집자·영업·재무 — 8주 내내 다른 부서 도움 없이는 1건도 못 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57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B86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III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1828800" y="5303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Z세대는 책을 읽는다.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28800" y="5806440"/>
            <a:ext cx="411480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5897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단, 다른 방식으로. 인스타 미니 책리뷰 + 오디오북 60% + 종이책 "수집"용.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PHOTO MOMENTS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p.06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Some moments.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2697480" cy="21031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4EFE3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PHOTO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Day 1 / Onboarding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8980" y="2606040"/>
            <a:ext cx="2697480" cy="21031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68980" y="260604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4EFE3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PHOTO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898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Z-Gen Survey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2606040"/>
            <a:ext cx="2697480" cy="2103120"/>
          </a:xfrm>
          <a:prstGeom prst="rect">
            <a:avLst/>
          </a:prstGeom>
          <a:solidFill>
            <a:srgbClr val="B8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260604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4EFE3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PHOTO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8076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Campaign Launch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92540" y="2606040"/>
            <a:ext cx="2697480" cy="2103120"/>
          </a:xfrm>
          <a:prstGeom prst="rect">
            <a:avLst/>
          </a:prstGeom>
          <a:solidFill>
            <a:srgbClr val="1F3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892540" y="260604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4EFE3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PHOTO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9254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Last 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2697480" cy="1188720"/>
          </a:xfrm>
          <a:prstGeom prst="rect">
            <a:avLst/>
          </a:prstGeom>
          <a:solidFill>
            <a:srgbClr val="B8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355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Mentor 1on1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68980" y="5120640"/>
            <a:ext cx="2697480" cy="1188720"/>
          </a:xfrm>
          <a:prstGeom prst="rect">
            <a:avLst/>
          </a:prstGeom>
          <a:solidFill>
            <a:srgbClr val="0F2748"/>
          </a:solidFill>
          <a:ln/>
        </p:spPr>
      </p:sp>
      <p:sp>
        <p:nvSpPr>
          <p:cNvPr id="24" name="Text 22"/>
          <p:cNvSpPr/>
          <p:nvPr/>
        </p:nvSpPr>
        <p:spPr>
          <a:xfrm>
            <a:off x="3268980" y="6355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Newsletter Edit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5120640"/>
            <a:ext cx="2697480" cy="1188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6355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Team Lunch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92540" y="5120640"/>
            <a:ext cx="2697480" cy="1188720"/>
          </a:xfrm>
          <a:prstGeom prst="rect">
            <a:avLst/>
          </a:prstGeom>
          <a:solidFill>
            <a:srgbClr val="1F3D6E"/>
          </a:solidFill>
          <a:ln/>
        </p:spPr>
      </p:sp>
      <p:sp>
        <p:nvSpPr>
          <p:cNvPr id="28" name="Text 26"/>
          <p:cNvSpPr/>
          <p:nvPr/>
        </p:nvSpPr>
        <p:spPr>
          <a:xfrm>
            <a:off x="8892540" y="6355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spc="300" kern="0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Pitch Day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BY NUMBERS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p.07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My 8 weeks.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320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회의 참석 (8주)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발표 자료 제작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28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41248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1:1 멘토링 세션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34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전 부서 인터뷰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42976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434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57200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신간 캠페인 운영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429768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434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841248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정직원 추천 받음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p.08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What's next.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이 8주 후 결정한 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8890">
            <a:solidFill>
              <a:srgbClr val="0F2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8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"창업 vs 취업" — 결심.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미디어 + 출판 + 마케팅 = 1인 출판 스튜디오.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914400" cy="13716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09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2026.09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4873752"/>
            <a:ext cx="365760" cy="0"/>
          </a:xfrm>
          <a:prstGeom prst="line">
            <a:avLst/>
          </a:prstGeom>
          <a:noFill/>
          <a:ln w="12700">
            <a:solidFill>
              <a:srgbClr val="D7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졸업 작품 — 1인 출판 시작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2026.12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5330952"/>
            <a:ext cx="365760" cy="0"/>
          </a:xfrm>
          <a:prstGeom prst="line">
            <a:avLst/>
          </a:prstGeom>
          <a:noFill/>
          <a:ln w="12700">
            <a:solidFill>
              <a:srgbClr val="D7C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5166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졸업 + 첫 책 발간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623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2027.03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5788152"/>
            <a:ext cx="365760" cy="0"/>
          </a:xfrm>
          <a:prstGeom prst="line">
            <a:avLst/>
          </a:prstGeom>
          <a:noFill/>
          <a:ln w="12700">
            <a:solidFill>
              <a:srgbClr val="D7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사업자 등록 + 정식 런칭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080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6B4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2027.06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6245352"/>
            <a:ext cx="365760" cy="0"/>
          </a:xfrm>
          <a:prstGeom prst="line">
            <a:avLst/>
          </a:prstGeom>
          <a:noFill/>
          <a:ln w="12700">
            <a:solidFill>
              <a:srgbClr val="D7C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6080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K-Startup 청년창업 도전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4EFE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08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i="1" dirty="0">
                <a:solidFill>
                  <a:srgbClr val="F4EFE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Gratitude.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11247120" cy="0"/>
          </a:xfrm>
          <a:prstGeom prst="line">
            <a:avLst/>
          </a:prstGeom>
          <a:noFill/>
          <a:ln w="8890">
            <a:solidFill>
              <a:srgbClr val="C9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이 8주는 제 인생의 가장 빠른 8주였습니다.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5C97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저를 가르쳐 주신 모든 분들께 감사드립니다.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• 팀장 한OO — 매주 1:1, 끝까지 믿어주신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• Lee senior 매니저 — 캠페인 운영 직접 가르쳐 주신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• 디자이너 김OO — 발표 자료 무한 피드백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• BaekBook 전 직원 — 점심 한 번도 거른 적 없는 분들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9050">
            <a:solidFill>
              <a:srgbClr val="0F2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i="1" dirty="0">
                <a:solidFill>
                  <a:srgbClr val="0F274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Thank you.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12700">
            <a:solidFill>
              <a:srgbClr val="B86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51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6B4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My Summer at BaekBook — 끝나지 않는 시작.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박지원  /  jiwon.park@yonsei.ac.kr  /  연세대 미디어 4년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0"/>
            <a:ext cx="1371600" cy="0"/>
          </a:xfrm>
          <a:prstGeom prst="line">
            <a:avLst/>
          </a:prstGeom>
          <a:noFill/>
          <a:ln w="8890">
            <a:solidFill>
              <a:srgbClr val="B8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274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INTERNSHIP REPORT  ·  SUMMER 2026  ·  BAEKBOOK &amp; CO.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9050">
            <a:solidFill>
              <a:srgbClr val="0F2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p.10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2026-04-30T12:23:18Z</dcterms:created>
  <dcterms:modified xsi:type="dcterms:W3CDTF">2026-04-30T12:23:18Z</dcterms:modified>
</cp:coreProperties>
</file>