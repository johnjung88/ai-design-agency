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3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국내 펫 사료 시장 (조 원)</c:v>
                </c:pt>
              </c:strCache>
            </c:strRef>
          </c:tx>
          <c:spPr>
            <a:solidFill>
              <a:srgbClr val="5C8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1.9</c:v>
                </c:pt>
                <c:pt idx="2">
                  <c:v>2.2</c:v>
                </c:pt>
                <c:pt idx="3">
                  <c:v>2.5</c:v>
                </c:pt>
                <c:pt idx="4">
                  <c:v>2.8</c:v>
                </c:pt>
                <c:pt idx="5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유료 가구 (명)</c:v>
                </c:pt>
              </c:strCache>
            </c:strRef>
          </c:tx>
          <c:spPr>
            <a:solidFill>
              <a:srgbClr val="5C8A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800</c:v>
                </c:pt>
                <c:pt idx="1">
                  <c:v>4000</c:v>
                </c:pt>
                <c:pt idx="2">
                  <c:v>12000</c:v>
                </c:pt>
                <c:pt idx="3">
                  <c:v>28000</c:v>
                </c:pt>
                <c:pt idx="4">
                  <c:v>52000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매출 (억원)</c:v>
                </c:pt>
              </c:strCache>
            </c:strRef>
          </c:tx>
          <c:spPr>
            <a:solidFill>
              <a:srgbClr val="C95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 Black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4.8</c:v>
                </c:pt>
                <c:pt idx="1">
                  <c:v>24</c:v>
                </c:pt>
                <c:pt idx="2">
                  <c:v>72</c:v>
                </c:pt>
                <c:pt idx="3">
                  <c:v>168</c:v>
                </c:pt>
                <c:pt idx="4">
                  <c:v>312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 Blac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 운용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5016"/>
              </a:solidFill>
              <a:effectLst/>
            </c:spPr>
          </c:dPt>
          <c:dPt>
            <c:idx val="1"/>
            <c:bubble3D val="0"/>
            <c:spPr>
              <a:solidFill>
                <a:srgbClr val="C9572C"/>
              </a:solidFill>
              <a:effectLst/>
            </c:spPr>
          </c:dPt>
          <c:dPt>
            <c:idx val="2"/>
            <c:bubble3D val="0"/>
            <c:spPr>
              <a:solidFill>
                <a:srgbClr val="B8860B"/>
              </a:solidFill>
              <a:effectLst/>
            </c:spPr>
          </c:dPt>
          <c:dPt>
            <c:idx val="3"/>
            <c:bubble3D val="0"/>
            <c:spPr>
              <a:solidFill>
                <a:srgbClr val="A8A8A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DE0C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DE0C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DE0C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DE0CC"/>
                      </a:solidFill>
                      <a:latin typeface="Arial Black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R&amp;D 처방·임상</c:v>
                </c:pt>
                <c:pt idx="1">
                  <c:v>마케팅·콘텐츠</c:v>
                </c:pt>
                <c:pt idx="2">
                  <c:v>인증 (HACCP·ISO·PETA)</c:v>
                </c:pt>
                <c:pt idx="3">
                  <c:v>운영·인건비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30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0" y="548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2D5016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청년창업사관학교 · 13기 ·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868680"/>
            <a:ext cx="5303520" cy="0"/>
          </a:xfrm>
          <a:prstGeom prst="line">
            <a:avLst/>
          </a:prstGeom>
          <a:noFill/>
          <a:ln w="6350">
            <a:solidFill>
              <a:srgbClr val="2D50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spc="6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STARTUP ACADEMY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Greenpet.</a:t>
            </a:r>
            <a:endParaRPr lang="en-US" sz="130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1247120" cy="0"/>
          </a:xfrm>
          <a:prstGeom prst="line">
            <a:avLst/>
          </a:prstGeom>
          <a:noFill/>
          <a:ln w="19050">
            <a:solidFill>
              <a:srgbClr val="2D50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우리 강아지가 먹어도 안전한 사료, 데이터로 증명한다.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반려동물 영양·알러지 데이터 기반 맞춤 사료 D2C 브랜드.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54864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760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Han Soo-yeon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CEO &amp; Founder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5669280"/>
            <a:ext cx="54864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5760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6035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(주)그린펫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GreenPet Inc.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5669280"/>
            <a:ext cx="54864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5760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지원금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6035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1억 원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(R&amp;D + 마케팅)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0" y="5669280"/>
            <a:ext cx="54864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0" y="5760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일자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0" y="6035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2026.05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YSA 13기 면접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· 한 장 요약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p.02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Greenpet,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데이터로 만든 안전한 반려동물 사료 D2C 브랜드.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1,500만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국내 반려동물 가구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3756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사료 알러지·소화 불편 경험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월 4.2만원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179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프리미엄 사료 평균 지출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72억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9828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Y3 매출 목표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문제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98848"/>
            <a:ext cx="53035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반려동물 사료 알러지·소화 문제 68%. 수입 프리미엄 사료 의존 — 국내 데이터 부재.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솔루션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4498848"/>
            <a:ext cx="53035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572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반려동물 영양·알러지 데이터 8.4만 건 기반 맞춤 사료. 수의사 검수 + D2C 직배송.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사업성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779008"/>
            <a:ext cx="53035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8521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Y1 800명 → Y3 12,000명. ARPU 60만/연. Y3 매출 72억. 매출총이익률 56%.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5486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5779008"/>
            <a:ext cx="53035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58521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5년 + 마케터 6년 + 식품공학 4년. 반려묘·견 직접 양육. 동물영양사 자격.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청창사 평가 가중치 매핑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청창사 평가 4영역 — 가중치 100%.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대표자 역량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수의사·마케터 풀스택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p.04 - 08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10312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사업성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BM·시장·재무·확장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p.09 - 14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10312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기술성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800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데이터·R&amp;D·IP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4800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p.15 - 19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349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4406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103120" y="548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5715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성장 의지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0" y="5669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비전·사회 가치·실행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5669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p.20 - 23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621792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30%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대표자.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수의사이자 반려인이며 창업가.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창업 동기 스토리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내 강아지가 먹고 토했다.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그 사건이 브랜드의 시작이었다.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77063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수의대 본과 4년 — 반려동물 임상 영양학 심화 전공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45920" y="327355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3108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동물병원 임상 3년 — 사료 알러지 케이스 442건 진료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645920" y="377647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내 반려견 'Kong' 사료 알러지 발병 → 수입 프리미엄 사료에도 부적합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645920" y="427939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수의사·식품공학·마케터 3인 팀 결성 — D2C 브랜드 구상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645920" y="478231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제품 R&amp;D 시작 — 반려동물 알러지·영양 데이터 8.4만 건 수집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5120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645920" y="528523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베타 출시 — 200명 펫 가구 6개월 무료 테스트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5623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645920" y="5788152"/>
            <a:ext cx="365760" cy="0"/>
          </a:xfrm>
          <a:prstGeom prst="line">
            <a:avLst/>
          </a:prstGeom>
          <a:noFill/>
          <a:ln w="12700">
            <a:solidFill>
              <a:srgbClr val="D4C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정식 런칭 + 청창사 13기 신청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대표자 역량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p.06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Han Soo-yeon — 수의사 + 마케터 + 창업가, 풀스택 대표.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자격·학위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200400" cy="0"/>
          </a:xfrm>
          <a:prstGeom prst="line">
            <a:avLst/>
          </a:prstGeom>
          <a:noFill/>
          <a:ln w="6350">
            <a:solidFill>
              <a:srgbClr val="2D50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수의사 면허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농림축산식품부 / 2020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임상영양 인증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한국임상영양학회 / 2021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반려동물 영양사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한국반려동물협회 1급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MBA (경영)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67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연세대 / 2024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경력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0" y="2606040"/>
            <a:ext cx="3200400" cy="0"/>
          </a:xfrm>
          <a:prstGeom prst="line">
            <a:avLst/>
          </a:prstGeom>
          <a:noFill/>
          <a:ln w="6350">
            <a:solidFill>
              <a:srgbClr val="2D50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임상 수의사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5년 / 알러지 442건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사료 R&amp;D 컨설팅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(주)펫푸드코리아 자문 2년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콘텐츠 운영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유튜브 8.2만 구독자 운영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창업 경험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0" y="5367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前 펫 콘텐츠 스타트업 PO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1737360"/>
            <a:ext cx="3657600" cy="4389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1874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2148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자산·네트워크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12480" y="2606040"/>
            <a:ext cx="3200400" cy="0"/>
          </a:xfrm>
          <a:prstGeom prst="line">
            <a:avLst/>
          </a:prstGeom>
          <a:noFill/>
          <a:ln w="6350">
            <a:solidFill>
              <a:srgbClr val="2D50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2743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임상 데이터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12480" y="30358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알러지·영양 케이스 442건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3520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전문 네트워크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12480" y="3813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28명 자문위원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콘텐츠 채널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0" y="45902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구독 8.2만 / IG 4.1만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반려동물 경험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12480" y="53675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강아지·고양이 직접 양육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팀 구성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팀. 수의사 + 마케터 + 식품공학자 + 운영자 = 4인 풀스택.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743200" cy="4297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2743200" cy="137160"/>
          </a:xfrm>
          <a:prstGeom prst="rect">
            <a:avLst/>
          </a:prstGeom>
          <a:solidFill>
            <a:srgbClr val="C9572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Vet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 Soo-yeon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22860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5년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임상영양 인증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MBA 연세대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783080"/>
            <a:ext cx="2743200" cy="4297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783080"/>
            <a:ext cx="2743200" cy="137160"/>
          </a:xfrm>
          <a:prstGeom prst="rect">
            <a:avLst/>
          </a:prstGeom>
          <a:solidFill>
            <a:srgbClr val="C9572C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 / Brand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Park Min-jae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11880" y="2926080"/>
            <a:ext cx="22860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1089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마케팅 6년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오뚜기·CJ 브랜드 매니저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GMV 12억 운영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743200" cy="4297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783080"/>
            <a:ext cx="2743200" cy="137160"/>
          </a:xfrm>
          <a:prstGeom prst="rect">
            <a:avLst/>
          </a:prstGeom>
          <a:solidFill>
            <a:srgbClr val="C9572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Food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 Yu-ri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92240" y="2926080"/>
            <a:ext cx="22860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1089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식품공학 4년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빙그레 R&amp;D 출신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특허 출원 2건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98280" y="1783080"/>
            <a:ext cx="2743200" cy="4297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098280" y="1783080"/>
            <a:ext cx="2743200" cy="137160"/>
          </a:xfrm>
          <a:prstGeom prst="rect">
            <a:avLst/>
          </a:prstGeom>
          <a:solidFill>
            <a:srgbClr val="C9572C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/ Growth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72600" y="2377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 Jae-hoon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372600" y="2926080"/>
            <a:ext cx="22860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10896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쿠팡 풀필먼트 3년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D2C 운영 경험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CS·CX 전담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F-4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· 자문위원·네트워크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28명 수의사 자문 + 4개 동물병원 파트너 + 1개 대학 협력.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280160" cy="9144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8308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수의사 자문위원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임상 영양·알러지 자문 / 신제품 검수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28명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1280160" cy="9144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동물병원 파트너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임상 데이터 공유 / 사례 추천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280160" cy="9144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건국대 수의대 협력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공동 연구 — 한국 반려동물 알러지 패턴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280160" cy="91440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07492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9202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펫 커뮤니티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5532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디스콰이엇·해방·인스타 운영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0" y="5303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9.6만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30%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사업성.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시장이 검증한 D2C 모델.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시장 규모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시장. 국내 펫 시장 8.4조 — 사료 부문 +14% 성장.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0" y="1783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7240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TAM (국내 펫 시장)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한국농촌경제연구원 2025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2.8조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77724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SAM (사료 부문)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농림축산식품부 2025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772400" y="3886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280억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772400" y="4343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SOM (Y3 도달)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0" y="4599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당사 사업계획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+14%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772400" y="5394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연평균 사료 성장률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772400" y="5650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통계청 2021-2025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BM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p.11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BM. D2C 정기구독 — 4.9만/월 + 단품 + 펫 헬스케어 추가.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3657600" cy="18288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D5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4.9</a:t>
            </a:r>
            <a:pPr indent="0" marL="0">
              <a:buNone/>
            </a:pPr>
            <a:r>
              <a:rPr lang="en-US" sz="1800" dirty="0">
                <a:solidFill>
                  <a:srgbClr val="2D5016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 정기구독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소형견 1마리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32004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맞춤 사료 1.5kg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월 1회 배송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수의사 채팅 1회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1783080"/>
            <a:ext cx="36576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783080"/>
            <a:ext cx="3657600" cy="182880"/>
          </a:xfrm>
          <a:prstGeom prst="rect">
            <a:avLst/>
          </a:prstGeom>
          <a:solidFill>
            <a:srgbClr val="C9572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2423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D5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8.9</a:t>
            </a:r>
            <a:pPr indent="0" marL="0">
              <a:buNone/>
            </a:pPr>
            <a:r>
              <a:rPr lang="en-US" sz="1800" dirty="0">
                <a:solidFill>
                  <a:srgbClr val="2D5016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 정기구독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중·대형견 / 고양이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931920"/>
            <a:ext cx="32004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맞춤 사료 3kg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간식 2종 포함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수의사 채팅 무제한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분기 영양 리포트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1783080"/>
            <a:ext cx="36576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1783080"/>
            <a:ext cx="3657600" cy="182880"/>
          </a:xfrm>
          <a:prstGeom prst="rect">
            <a:avLst/>
          </a:prstGeom>
          <a:solidFill>
            <a:srgbClr val="5C8A3A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600" b="1" dirty="0">
                <a:solidFill>
                  <a:srgbClr val="2D50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14.9</a:t>
            </a:r>
            <a:pPr indent="0" marL="0">
              <a:buNone/>
            </a:pPr>
            <a:r>
              <a:rPr lang="en-US" sz="1800" dirty="0">
                <a:solidFill>
                  <a:srgbClr val="2D5016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 만원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84124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/ 월 정기구독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3611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다묘·다견 가정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3931920"/>
            <a:ext cx="320040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맞춤 사료 6kg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간식 4종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800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전담 수의사 1명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월 영양 리포트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— 긴급 진료 우선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매출 추정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매출. Y3 72억 — 12,000명 × ARPU 60만 원/연.</a:t>
            </a:r>
            <a:endParaRPr lang="en-US" sz="2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* 가정: 평균 ARPU 60만 원/연 / 정기구독 월 5만원 × 12개월 + 단품 추가 / 이탈률 월 4.5%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p.13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GTM. 5개 채널 — 자체 콘텐츠 + 동물병원 파트너 + 인플루언서.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유튜브·블로그 (자체 채널 8.2만)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194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오가닉 콘텐츠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1965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240명 / CAC 8,500원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80160" y="2697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동물병원 파트너 (4개)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063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추천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2834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180명 / CAC 6,200원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펫 인플루언서 (12명)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협찬·리뷰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37033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220명 / CAC 11,000원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280160" y="44348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검색 광고 (네이버·구글)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800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퍼포먼스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160명 / CAC 18,000원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16636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280160" y="5303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추천·리뷰 (NPS 기반)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5669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오가닉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5440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월 100명 / CAC 4,800원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0350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종합 CAC 평균 9,700원 · LTV 540,000원 · LTV/CAC 55배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B-5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· 손익 추정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손익. Y3 영업이익 +12억 (영업이익률 16.7%).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항목 (억원)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Y1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Y2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Y3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57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Y4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Y5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매출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312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원가 (44%)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2.1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31.6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73.9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매출총이익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40.4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175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마케팅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3.6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28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인건비·운영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3.0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19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영업이익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-1.5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+0.7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+12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+44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+95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영업이익률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—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2.9%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16.7%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26.2%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30.4%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25%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기술성.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데이터·R&amp;D·IP.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데이터 자산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데이터. 한국 반려동물 알러지·영양 데이터 8.4만 건 보유.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8.4만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임상 케이스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246888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28명 + 4개 병원 협력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442건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52044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알러지 진료 케이스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20440" y="3337560"/>
            <a:ext cx="246888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474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대표 직접 진료 (2020-2023)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12종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0080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식품 알러지원 분류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337560"/>
            <a:ext cx="246888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74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 반려동물 특화 패턴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98280" y="1783080"/>
            <a:ext cx="2743200" cy="411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281160" y="1920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28명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281160" y="29260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수의사 자문위원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81160" y="3337560"/>
            <a:ext cx="246888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347472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임상 영양·알러지 전문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R&amp;D 프로세스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p.17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R&amp;D. 6단계 프로세스 — 데이터 → 처방 → 시제품 → 임상 → 양산.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075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 수집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8.4만 임상 케이스 + 사용자 설문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631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25420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펫 프로파일 분석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7919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AI 분류 — 견종·체중·알러지·활동량 기반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954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2552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3502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처방 설계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392424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건국대 수의대 + 식품공학 자문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9624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92277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39684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42153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시제품 제작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105656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부산 OEM (HACCP·HALAL 인증)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62856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360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280160" y="46817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49286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임상 테스트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481888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협력 병원 4개 — 200마리 6주 임상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276088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28016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80160" y="5641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양산·배송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553212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주 1회 신선 생산 → 콜드체인 D2C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IP·인증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p.18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IP. 특허 출원 2건 + 인증 4종 + 임상 논문 1편.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구분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내용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상태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일자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특허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반려동물 맞춤 영양 처방 알고리즘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5016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출원 완료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2025.08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특허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콜드체인 신선 사료 패키징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출원 진행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인증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HACCP (위해 요소 중점 관리)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5016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취득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인증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FAMI-QS (사료 품질)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5016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취득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2025.09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인증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ISO 22000 (식품 안전)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준비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인증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PETA Cruelty-Free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신청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논문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한국 반려동물 알러지 패턴 (KSV 학회)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5016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게재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2025.11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· 경쟁 비교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차별화. 한국 데이터 + 수의사 검수 + D2C 직배송 = 독점.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항목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GreenPet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57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프로플랜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헬로네이처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DE0C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디오펫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0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한국 데이터 기반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8.4만 건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X (수입)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△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△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수의사 검수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전수 검수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X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X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△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맞춤 처방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AI 처방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범용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범용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기본 분류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신선도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주 1회 생산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유통기한 12개월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유통 6개월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유통 6개월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D2C 직배송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O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X (오프)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O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G마켓 산스" pitchFamily="34" charset="0"/>
                          <a:ea typeface="G마켓 산스" pitchFamily="34" charset="-122"/>
                          <a:cs typeface="G마켓 산스" pitchFamily="34" charset="-120"/>
                        </a:rPr>
                        <a:t>O</a:t>
                      </a:r>
                      <a:endParaRPr lang="en-US" sz="1200" dirty="0">
                        <a:latin typeface="G마켓 산스" charset="0"/>
                        <a:ea typeface="G마켓 산스" charset="0"/>
                        <a:cs typeface="G마켓 산스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G마켓 산스 TTF" pitchFamily="34" charset="0"/>
                          <a:ea typeface="G마켓 산스 TTF" pitchFamily="34" charset="-122"/>
                          <a:cs typeface="G마켓 산스 TTF" pitchFamily="34" charset="-120"/>
                        </a:rPr>
                        <a:t>월 비용</a:t>
                      </a:r>
                      <a:endParaRPr lang="en-US" sz="1200" dirty="0">
                        <a:latin typeface="G마켓 산스 TTF" charset="0"/>
                        <a:ea typeface="G마켓 산스 TTF" charset="0"/>
                        <a:cs typeface="G마켓 산스 TTF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572C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4.9 만원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6.2 만원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5.5 만원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4.2 만원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57200" y="1737360"/>
            <a:ext cx="11247120" cy="0"/>
          </a:xfrm>
          <a:prstGeom prst="line">
            <a:avLst/>
          </a:prstGeom>
          <a:noFill/>
          <a:ln w="1270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DE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· 15%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성장 의지.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DE0C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비전·사회 가치·실행.</a:t>
            </a:r>
            <a:endParaRPr 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W-1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· 비전·미션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Greenpet,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반려동물 영양의 한국 표준이 되는 브랜드.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우리 강아지가 먹어도 안전한 사료를,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i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데이터로 증명한다.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5440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신뢰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검수 100%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9768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5440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데이터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29768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한국 임상 8.4만 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5166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38160" y="5440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신선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13816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주 1회 생산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· 사회적 가치·로드맵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p.22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성과. 일자리 18명 + 농가 협력 12개 + 동물 복지 기여.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직접 고용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194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수의사 4 / R&amp;D 3 / 운영 6 / 마케팅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0467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국내 농가 협력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0" y="2194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친환경 닭·연어 사료 원료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52만 명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2860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Y3 펫 가구 영향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3474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맞춤 사료로 알러지 케어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063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3톤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폐기물 감소 (Y3)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474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주 1회 생산 → 재고 0% 정책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480560"/>
            <a:ext cx="1124712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5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M0-M3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베타 → 정식 런칭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M4-M6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Y1 800명 / 매출 4.8억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M7-M12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0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프리미엄·다묘 라인업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98280" y="502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M13-M24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98280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Y2-Y3 12,000명 / 매출 72억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자금 운용·Q&amp;A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p.23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자금. 1억 — R&amp;D 50% / 마케팅 30% / 인증 12% / 운영 8%.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5,000만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9808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R&amp;D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0756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처방 알고리즘 + 임상 200마리 6주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3,000만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49808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마케팅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0" y="30358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유튜브 + 인플루언서 + 검색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0" y="3703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1,200만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49808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인증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3995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HACCP·ISO 22000·PETA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760720" y="4663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5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800만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49808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5016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운영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498080" y="49560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물류·고객 응대·법률 자문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A-2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801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2D5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· Q&amp;A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058400" y="411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 / 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D4CF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예상 Q&amp;A. 청창사 면접관 Top 5.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이미 펫 사료 시장은 포화되어 있는데?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2075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맞다. 단 '한국 데이터 기반 + 수의사 검수' 카테고리는 비어있음. 2.8조 시장 0.7% 점유 = 200억 도달.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주 1회 생산은 비용이 너무 높지 않나?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원가 44% — 경쟁사 38%보다 6%p 높음. 단 ARPU 60만/연 + 이탈 4.5% (업계 평균 7.2%)로 LTV 540K 확보.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수의사가 마케팅·운영도 가능한가?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9044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마케팅은 CMO Park (오뚜기·CJ 6년) 전담. 대표는 R&amp;D·검수·콘텐츠. 풀스택 4인 팀.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1억 R&amp;D로 R&amp;D + 마케팅 + 인증 다 가능?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8188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R&amp;D 5,000만 = 처방 알고리즘 (자체) + 임상 200마리 위탁 (4,200만). 마케팅은 자체 채널 8.2만 활용으로 절감.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53492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95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Y1 800명은 너무 보수적 아닌가?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57332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G마켓 산스" pitchFamily="34" charset="0"/>
                <a:ea typeface="G마켓 산스" pitchFamily="34" charset="-122"/>
                <a:cs typeface="G마켓 산스" pitchFamily="34" charset="-120"/>
              </a:rPr>
              <a:t>베타 200명 → 정식 런칭 + GTM 5채널로 확장. CAC 9,700원 × 800명 = 776만. 성장 의지 충분.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0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i="1" dirty="0">
                <a:solidFill>
                  <a:srgbClr val="2D50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457200" y="4297680"/>
            <a:ext cx="11247120" cy="0"/>
          </a:xfrm>
          <a:prstGeom prst="line">
            <a:avLst/>
          </a:prstGeom>
          <a:noFill/>
          <a:ln w="19050">
            <a:solidFill>
              <a:srgbClr val="C95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572C"/>
                </a:solidFill>
                <a:latin typeface="G마켓 산스 TTF" pitchFamily="34" charset="0"/>
                <a:ea typeface="G마켓 산스 TTF" pitchFamily="34" charset="-122"/>
                <a:cs typeface="G마켓 산스 TTF" pitchFamily="34" charset="-120"/>
              </a:rPr>
              <a:t>그린펫 — 우리 강아지가 먹어도 안전한 사료.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212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 Soo-yeon · CEO  /  hello@greenpet.kr  /  greenpet.kr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0"/>
            <a:ext cx="1371600" cy="0"/>
          </a:xfrm>
          <a:prstGeom prst="line">
            <a:avLst/>
          </a:prstGeom>
          <a:noFill/>
          <a:ln w="12700">
            <a:solidFill>
              <a:srgbClr val="2D50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852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40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01 — 2026.05 — YSA 13기.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0" y="6492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2026-04-30T09:58:13Z</dcterms:created>
  <dcterms:modified xsi:type="dcterms:W3CDTF">2026-04-30T09:58:13Z</dcterms:modified>
</cp:coreProperties>
</file>