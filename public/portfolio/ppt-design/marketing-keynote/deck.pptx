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MARKETING CONFERENCE 2026  ·  KEYNOTE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i="1" spc="4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02 / SESSION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spc="-4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End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Marketing.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진짜 마케팅의 시작.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1270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KIM DO-KYUNG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CMO at GROWTHPIE  ·  ex-Naver Marketing  ·  45min talk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광고를 만들고 있는 게 아니라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스팸을 만들고 있다.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4937760"/>
            <a:ext cx="1371600" cy="164592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 ₩98조의 글로벌 광고 — 그 중 68%는 누구도 안 본다.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0.07초.</a:t>
            </a:r>
            <a:endParaRPr lang="en-US" sz="38000" dirty="0"/>
          </a:p>
        </p:txBody>
      </p:sp>
      <p:sp>
        <p:nvSpPr>
          <p:cNvPr id="4" name="Shape 2"/>
          <p:cNvSpPr/>
          <p:nvPr/>
        </p:nvSpPr>
        <p:spPr>
          <a:xfrm>
            <a:off x="457200" y="429768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26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당신의 광고가 인지되는 시간.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다음 — 0.04초 안에 스킵 결정.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자료: Microsoft Attention Span Study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큰 광고가 아니라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진짜 도움.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"광고 같지 않은 광고" — 진짜 도움이 있는 컨텐츠.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spc="-2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PILLARS.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371600" cy="137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FF6B3D"/>
          </a:solidFill>
          <a:ln w="25400">
            <a:solidFill>
              <a:srgbClr val="FF6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VALUE-FIRST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4846320" cy="0"/>
          </a:xfrm>
          <a:prstGeom prst="line">
            <a:avLst/>
          </a:prstGeom>
          <a:noFill/>
          <a:ln w="5080">
            <a:solidFill>
              <a:srgbClr val="0E0E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광고 전에 가치를 줘야 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468880"/>
            <a:ext cx="5394960" cy="1691640"/>
          </a:xfrm>
          <a:prstGeom prst="rect">
            <a:avLst/>
          </a:prstGeom>
          <a:solidFill>
            <a:srgbClr val="0E0E10"/>
          </a:solidFill>
          <a:ln w="25400">
            <a:solidFill>
              <a:srgbClr val="FF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5895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OWNED CHANNELS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92240" y="3337560"/>
            <a:ext cx="48463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유튜브·뉴스레터·자체 채널이 진짜 자산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5394960" cy="1691640"/>
          </a:xfrm>
          <a:prstGeom prst="rect">
            <a:avLst/>
          </a:prstGeom>
          <a:solidFill>
            <a:srgbClr val="FF6B3D"/>
          </a:solidFill>
          <a:ln w="25400">
            <a:solidFill>
              <a:srgbClr val="FF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③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8288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CREATOR ECONOMY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5257800"/>
            <a:ext cx="4846320" cy="0"/>
          </a:xfrm>
          <a:prstGeom prst="line">
            <a:avLst/>
          </a:prstGeom>
          <a:noFill/>
          <a:ln w="5080">
            <a:solidFill>
              <a:srgbClr val="0E0E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명의 진짜 영상이 1000개 광고보다 효과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389120"/>
            <a:ext cx="5394960" cy="1691640"/>
          </a:xfrm>
          <a:prstGeom prst="rect">
            <a:avLst/>
          </a:prstGeom>
          <a:solidFill>
            <a:srgbClr val="0E0E10"/>
          </a:solidFill>
          <a:ln w="25400">
            <a:solidFill>
              <a:srgbClr val="FF6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526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④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895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 THE RIGHT THING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92240" y="5257800"/>
            <a:ext cx="48463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3492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ROAS가 아니라 LTV / 1인 영향력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i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PATAGONIA.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자켓을 사지 마세요."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2011 NYT 풀페이지 광고. 이듬해 매출 +30%.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LESSON.  광고가 아닌 메시지가 매출을 만든다.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브랜드의 가치를 정직하게 말할 때, 사람들은 더 많이 구매합니다.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MARQUES BROWNLEE.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19.4M 구독자. 1인 미디어.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광고 2억 → MKBHD 1편 = 동등 임팩트.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LESSON.  '광고 1개'가 아니라 '한 사람'에게 투자하라.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크리에이터 한 명이 미디어 회사 하나와 같다. (혹은 더 크다.)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ROAS는 죽었다.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" y="338328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ROAS 8x = 진짜 좋은 마케팅이 아닐 수 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LTV / Brand Awareness / Net Promoter — 이게 진짜 지표.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5120640"/>
            <a:ext cx="2697480" cy="12801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166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가능 / 단기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8980" y="5120640"/>
            <a:ext cx="2697480" cy="1280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980" y="5166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새 지표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8980" y="5486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LTV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68980" y="6035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가치 / 누적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5120640"/>
            <a:ext cx="2697480" cy="128016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5166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5486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80760" y="6035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클릭만 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92540" y="5120640"/>
            <a:ext cx="2697480" cy="1280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20" name="Text 18"/>
          <p:cNvSpPr/>
          <p:nvPr/>
        </p:nvSpPr>
        <p:spPr>
          <a:xfrm>
            <a:off x="8892540" y="51663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새 지표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92540" y="5486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RECALL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92540" y="6035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기억하느냐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"마케팅은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C84A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사람을 설득하는 게 아니라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진짜 좋은 걸 만드는 것입니다."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5760720"/>
            <a:ext cx="1371600" cy="137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spc="300" kern="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Seth Godin, This is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010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spc="-2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NEW PLAYBOOK.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371600" cy="137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46888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한 사람에게 깊게 가라 (1,000 true fans)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광고가 아닌 콘텐츠를 만들어라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분기가 아닌 5년을 봐라 (Brand)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43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AI는 도구지, 전략이 아니다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37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측정은 시간이 오래 걸리는 것을 측정하라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5440680"/>
            <a:ext cx="11247120" cy="0"/>
          </a:xfrm>
          <a:prstGeom prst="line">
            <a:avLst/>
          </a:prstGeom>
          <a:noFill/>
          <a:ln w="5080">
            <a:solidFill>
              <a:srgbClr val="242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532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투자는 1명의 크리에이터에게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6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Stop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buying ads.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57200" y="4526280"/>
            <a:ext cx="1371600" cy="164592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building.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가치 / 진짜 콘텐츠 / 진짜 관계.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012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DATA.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5394960" cy="1783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468880"/>
            <a:ext cx="137160" cy="178308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63%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 BLOCKER 사용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/ 18-34세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1783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468880"/>
            <a:ext cx="137160" cy="178308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06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 FANS = 매출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Kevin Kelly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5394960" cy="1783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480560"/>
            <a:ext cx="137160" cy="178308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+38%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평균 ROI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광고 -16%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480560"/>
            <a:ext cx="5394960" cy="178308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480560"/>
            <a:ext cx="137160" cy="178308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617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12개월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콘텐츠 효과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5897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광고는 즉시 사라짐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013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OWN CASE.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371600" cy="13716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(2022)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광고비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₩200M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4.2x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₩840M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₩48K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486400" cy="365760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 (2025) — 콘텐츠 중심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광고비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₩48M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측정 안 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₩2.4B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E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LTV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₩640K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마케팅의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끝은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C9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진짜의 시작이다.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57200" y="5394960"/>
            <a:ext cx="1371600" cy="164592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ED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광고를 멈추고, 진짜를 만들어 봅시다.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FF6B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MARKETING CONFERENCE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E0E1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i="1" dirty="0">
                <a:solidFill>
                  <a:srgbClr val="FF6B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you.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371600" cy="164592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2ED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KIM DO-KYUNG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CMO at GROWTHPIE  ·  dokyung@growthpie.kr  ·  @kim_dokyung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852160"/>
            <a:ext cx="11247120" cy="0"/>
          </a:xfrm>
          <a:prstGeom prst="line">
            <a:avLst/>
          </a:prstGeom>
          <a:noFill/>
          <a:ln w="1270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환영입니다 — 마이크 여기에.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2026-04-30T12:07:38Z</dcterms:created>
  <dcterms:modified xsi:type="dcterms:W3CDTF">2026-04-30T12:07:38Z</dcterms:modified>
</cp:coreProperties>
</file>