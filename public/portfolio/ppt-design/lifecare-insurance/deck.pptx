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 INSURANCE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94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DAB9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GUIDE  · 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LifeCare</a:t>
            </a:r>
            <a:endParaRPr lang="en-US" sz="130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1247120" cy="0"/>
          </a:xfrm>
          <a:prstGeom prst="line">
            <a:avLst/>
          </a:prstGeom>
          <a:noFill/>
          <a:ln w="12700">
            <a:solidFill>
              <a:srgbClr val="B89A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Plus.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당신의 내일을 지키는 가장 단순한 약속.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AB967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월 ₩48,000부터 — 진단 + 입원 + 수술 + 사망 통합 보장.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94360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080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설립 1994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355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ABB2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32년 신뢰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68980" y="6080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고객 480만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8980" y="6355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ABB2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보유 가입자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6080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평가 AAA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6355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ABB2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S&amp;P 한국지점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92540" y="6080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보험금 지급률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92540" y="6355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ABB2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94.2% (업계 1위)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·  WHY THIS INSURANCE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p.02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insurance, why now.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9A4C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당신의 내일을 위협하는 것은 통계가 아니라 ‘갑자기’입니다.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8036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365760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in 3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73152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암 발병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754880"/>
            <a:ext cx="320040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37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한국인 평생 암 발병 확률 38.1%. 진단·입원·수술 비용 평균 ₩4,800만.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88036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80360"/>
            <a:ext cx="365760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2004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₩84M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57200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장기 입원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4754880"/>
            <a:ext cx="320040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937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30일 이상 입원 평균 비용 ₩84M. 가족 1인 평균 자산의 18%.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288036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880360"/>
            <a:ext cx="365760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32004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92%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841248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보험 미가입 후회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12480" y="4754880"/>
            <a:ext cx="320040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4937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사고 후 "미리 가입했어야 했다" 응답률 (한국보험학회 2025).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자료: 보건복지부 / 한국보험학회 2025 / 통계청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·  PRODUCT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p.03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LifeCare Plus.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9A4C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진단 · 입원 · 수술 · 사망 — 한 상품으로 통합 보장.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1280160" cy="164592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★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19202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진단비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최대 ₩50M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920240" y="3977640"/>
            <a:ext cx="34747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암·뇌·심혈관 진단 즉시 일시금 지급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92608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926080"/>
            <a:ext cx="1280160" cy="164592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92608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768096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입원비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8096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₩200K / 일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680960" y="3977640"/>
            <a:ext cx="34747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1일~365일 / 통원 연계 30일 추가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754880"/>
            <a:ext cx="1280160" cy="164592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5488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192024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수술비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20240" y="530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최대 ₩30M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920240" y="5806440"/>
            <a:ext cx="34747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5897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1-5종 분류별 차등 / 재수술 50% 추가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475488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754880"/>
            <a:ext cx="1280160" cy="164592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75488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■</a:t>
            </a:r>
            <a:endParaRPr lang="en-US" sz="5600" dirty="0"/>
          </a:p>
        </p:txBody>
      </p:sp>
      <p:sp>
        <p:nvSpPr>
          <p:cNvPr id="34" name="Text 32"/>
          <p:cNvSpPr/>
          <p:nvPr/>
        </p:nvSpPr>
        <p:spPr>
          <a:xfrm>
            <a:off x="768096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사망보장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80960" y="530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최대 ₩300M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680960" y="5806440"/>
            <a:ext cx="34747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5897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재해·질병 모두 보장 / 가족 보호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·  PLANS &amp; PRICING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p.04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plans.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연령·건강 상관없이 — 30세 / 비흡연 / 표준 체격 기준.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36576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solidFill>
            <a:srgbClr val="1F3D6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₩48,000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/ 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20년 만기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320040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진단 ₩20M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입원 ₩100K/일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3400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수술 ₩10M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632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사망 ₩100M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2926080"/>
            <a:ext cx="3657600" cy="3566160"/>
          </a:xfrm>
          <a:prstGeom prst="rect">
            <a:avLst/>
          </a:prstGeom>
          <a:solidFill>
            <a:srgbClr val="0F2748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2926080"/>
            <a:ext cx="3657600" cy="365760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₩78,000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57200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BB2C2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/ 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AB9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20년 만기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4617720"/>
            <a:ext cx="3200400" cy="0"/>
          </a:xfrm>
          <a:prstGeom prst="line">
            <a:avLst/>
          </a:prstGeom>
          <a:noFill/>
          <a:ln w="5080">
            <a:solidFill>
              <a:srgbClr val="1F3D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진단 ₩30M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5047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입원 ₩150K/일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53400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수술 ₩20M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5632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사망 ₩200M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5925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통원비 추가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2926080"/>
            <a:ext cx="36576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926080"/>
            <a:ext cx="3657600" cy="365760"/>
          </a:xfrm>
          <a:prstGeom prst="rect">
            <a:avLst/>
          </a:prstGeom>
          <a:solidFill>
            <a:srgbClr val="1F3D6E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₩128,000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841248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/ 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종신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12480" y="4617720"/>
            <a:ext cx="320040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진단 ₩50M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0" y="5047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입원 ₩200K/일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0" y="53400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수술 ₩30M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0" y="5632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사망 ₩300M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12480" y="5925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암 진단 즉시 ₩50M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12480" y="6217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✓ 해외 의료 보장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·  REAL CASE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p.05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case — Cancer.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STANDARD 가입 후 3년 — 위암 2기 진단.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항목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총 비용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보험 미가입 시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748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LifeCare Plus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9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진단·검사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₩2.4M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2A2A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본인 부담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D4A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₩30M 진단비 즉시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입원 28일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₩4.2M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2A2A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본인 부담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D4A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₩4.2M (₩150K × 28일)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수술 (위 절제)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₩12M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2A2A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본인 부담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D4A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₩12M 수술비 보장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통원 + 항암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₩8M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2A2A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본인 부담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D4A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30일 추가 보장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748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총 본인 부담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2A2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₩26.6M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2A2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₩26.6M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D4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₩0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납부 보험료 (3년)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₩2,808K (₩78K × 36개월)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748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순 효익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2A2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-₩26.6M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D4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+₩23.8M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·  REAL CASE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p.06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case — Accident.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PREMIUM 가입 후 5년 — 교통사고 (다리 수술 + 입원 60일).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5394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63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₩12M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입원비 (60일 × ₩200K)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566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병원 직접 정산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5394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926080"/>
            <a:ext cx="137160" cy="1463040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063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₩28M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96112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수술비 (3종 분류)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3566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재수술 시 50% 추가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5394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617720"/>
            <a:ext cx="137160" cy="1463040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54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₩6M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00400" y="4800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통원·재활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5257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60일 추가 통원 보장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617720"/>
            <a:ext cx="5394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617720"/>
            <a:ext cx="137160" cy="1463040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754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₩46M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961120" y="4800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총 보험금 지급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61120" y="5257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본인 부담 ₩0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₩46M 보장 / 5년 납부 ₩7.68M / 순 효익 +₩38.32M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·  HOW TO CLAIM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p.07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Easy claim process.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9A4C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진단·사고 발생 시 — 5단계 / 평균 7일 지급.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2194560" cy="45720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신고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82880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06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앱·전화·홈페이지 / 24h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292608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2926080"/>
            <a:ext cx="2194560" cy="45720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260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서류 제출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26080" y="4069080"/>
            <a:ext cx="182880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4206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진단서·영수증 / 디지털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92608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2926080"/>
            <a:ext cx="2194560" cy="45720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120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심사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12080" y="4069080"/>
            <a:ext cx="182880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06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1-3일 / 의료 자문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292608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2926080"/>
            <a:ext cx="2194560" cy="45720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④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980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승인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98080" y="4069080"/>
            <a:ext cx="182880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4206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SMS·이메일 통보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01200" y="292608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0" y="2926080"/>
            <a:ext cx="2194560" cy="45720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⑤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840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지급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784080" y="4069080"/>
            <a:ext cx="182880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0" y="4206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지정 계좌 입금 / 평균 7일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·  OUR PROMISE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p.08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us.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94.2%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보험금 지급률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업계 평균 89.4% (2024)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246888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606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7일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57200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평균 지급 일자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신고 → 입금까지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46888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606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AAA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841248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신용 등급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S&amp;P / Moody's 한국 지점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480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480만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73152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고객 보유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32년 누적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43434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480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₩4.2조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457200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운용 자산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안정적 운영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38160" y="43434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4480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94 NPS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841248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고객 만족도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보험 업계 1위 (2025)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·  ADD-ON RIDERS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p.09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Optional riders.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필요한 보장만 — 8가지 옵션.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269748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치아 보장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237744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+₩12,000 / 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68980" y="292608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8980" y="2926080"/>
            <a:ext cx="269748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17" name="Text 15"/>
          <p:cNvSpPr/>
          <p:nvPr/>
        </p:nvSpPr>
        <p:spPr>
          <a:xfrm>
            <a:off x="345186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여성 특화 (산부인과)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51860" y="3840480"/>
            <a:ext cx="237744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186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+₩8,000 / 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0760" y="292608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926080"/>
            <a:ext cx="269748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치매 진단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840480"/>
            <a:ext cx="237744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+₩18,000 / 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92540" y="292608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92540" y="2926080"/>
            <a:ext cx="269748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27" name="Text 25"/>
          <p:cNvSpPr/>
          <p:nvPr/>
        </p:nvSpPr>
        <p:spPr>
          <a:xfrm>
            <a:off x="907542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해외 의료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75420" y="3840480"/>
            <a:ext cx="237744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542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+₩28,000 / 월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617720"/>
            <a:ext cx="269748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983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스포츠 안전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5532120"/>
            <a:ext cx="237744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+₩6,000 / 월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68980" y="461772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68980" y="4617720"/>
            <a:ext cx="269748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37" name="Text 35"/>
          <p:cNvSpPr/>
          <p:nvPr/>
        </p:nvSpPr>
        <p:spPr>
          <a:xfrm>
            <a:off x="3451860" y="4983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반려동물 보장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451860" y="5532120"/>
            <a:ext cx="237744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5186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+₩14,000 / 월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080760" y="461772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0760" y="4617720"/>
            <a:ext cx="269748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4983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어린이 특화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63640" y="5532120"/>
            <a:ext cx="237744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+₩10,000 / 월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892540" y="461772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92540" y="4617720"/>
            <a:ext cx="2697480" cy="164592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47" name="Text 45"/>
          <p:cNvSpPr/>
          <p:nvPr/>
        </p:nvSpPr>
        <p:spPr>
          <a:xfrm>
            <a:off x="9075420" y="4983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호스피스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075420" y="5532120"/>
            <a:ext cx="237744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7542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+₩9,000 / 월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·  DISCLOSURE &amp; TERMS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p.10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disclosures.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7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가입 자격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2651760"/>
            <a:ext cx="0" cy="27432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633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만 18세-65세 / 건강 진단 통과 시 / 흡연·과거 병력 사전 고지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7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면책 사유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3291840"/>
            <a:ext cx="0" cy="27432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273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고의 자해·자살 (2년 이내) / 무면허 운전 / 전쟁·내란 / 음주 운전 사고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7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청약 철회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3931920"/>
            <a:ext cx="0" cy="27432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913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가입 30일 이내 / 보험료 100% 환급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7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불완전 판매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4572000"/>
            <a:ext cx="0" cy="27432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45537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설명 부족·강매 시 / 90일 이내 무효화 + 보상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7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166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개인정보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5212080"/>
            <a:ext cx="0" cy="27432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51937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보험계약·심사·청구 목적만 / 5년 보관 후 자동 폐기 / 제3자 제공 동의 시에만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7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806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분쟁 해결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5852160"/>
            <a:ext cx="0" cy="27432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5833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금융감독원 분쟁조정 / 한국소비자원 / 무료 법률 자문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* 자세한 약관은 LifeCare 홈페이지 또는 보험증권 첨부.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·  CLIENT VOICES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p.11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customers.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11247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137160" cy="1097280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"진단 다음 날 ₩30M이 입금되었습니다. 치료에만 집중할 수 있었어요."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291840"/>
            <a:ext cx="3657600" cy="0"/>
          </a:xfrm>
          <a:prstGeom prst="line">
            <a:avLst/>
          </a:prstGeom>
          <a:noFill/>
          <a:ln w="5080">
            <a:solidFill>
              <a:srgbClr val="B89A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375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김OO 님 (42세, 위암 진단)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794760"/>
            <a:ext cx="137160" cy="1097280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"병원 직접 정산. 보험금 청구 전화 한 통이면 끝났습니다."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572000"/>
            <a:ext cx="3657600" cy="0"/>
          </a:xfrm>
          <a:prstGeom prst="line">
            <a:avLst/>
          </a:prstGeom>
          <a:noFill/>
          <a:ln w="5080">
            <a:solidFill>
              <a:srgbClr val="B89A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17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박OO 님 (38세, 교통사고)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074920"/>
            <a:ext cx="137160" cy="1097280"/>
          </a:xfrm>
          <a:prstGeom prst="rect">
            <a:avLst/>
          </a:prstGeom>
          <a:solidFill>
            <a:srgbClr val="B89A4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12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"어머니 입원 60일. 자식들이 비용 걱정 없이 돌볼 수 있었습니다."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5852160"/>
            <a:ext cx="3657600" cy="0"/>
          </a:xfrm>
          <a:prstGeom prst="line">
            <a:avLst/>
          </a:prstGeom>
          <a:noFill/>
          <a:ln w="5080">
            <a:solidFill>
              <a:srgbClr val="B89A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897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이OO 님 (52세, 부모 입원)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 ·  PRICING BY 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p.12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Pricing by age.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STANDARD 플랜 기준 — 비흡연 / 표준 체격.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2926080"/>
          <a:ext cx="7589520" cy="914400"/>
        </p:xfrm>
        <a:graphic>
          <a:graphicData uri="http://schemas.openxmlformats.org/drawingml/2006/table">
            <a:tbl>
              <a:tblPr/>
              <a:tblGrid>
                <a:gridCol w="2529840"/>
                <a:gridCol w="2529840"/>
                <a:gridCol w="252984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연령</a:t>
                      </a:r>
                      <a:endParaRPr lang="en-US" sz="14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남성</a:t>
                      </a:r>
                      <a:endParaRPr lang="en-US" sz="14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8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여성</a:t>
                      </a:r>
                      <a:endParaRPr lang="en-US" sz="14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9A4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8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20대</a:t>
                      </a:r>
                      <a:endParaRPr lang="en-US" sz="14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A4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₩48,000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A4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₩68,000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8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30대</a:t>
                      </a:r>
                      <a:endParaRPr lang="en-US" sz="14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A4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₩78,000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A4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₩98,000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8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40대</a:t>
                      </a:r>
                      <a:endParaRPr lang="en-US" sz="14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A4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₩118,000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A4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₩148,000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8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50대</a:t>
                      </a:r>
                      <a:endParaRPr lang="en-US" sz="14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A4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₩198,000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A4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₩240,000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8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60대</a:t>
                      </a:r>
                      <a:endParaRPr lang="en-US" sz="14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A4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₩320,000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A4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₩380,000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* 흡연자 +18% / 과거 병력 +14% / 가족력 +8%. 정확한 견적은 상담 후 산출.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 ·  FAQ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p.13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Frequently asked.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건강 진단 받아야 하나요?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8072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BASIC은 진단 없이 가입. STANDARD·PREMIUM은 50세 이상만 진단.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27832"/>
            <a:ext cx="11247120" cy="0"/>
          </a:xfrm>
          <a:prstGeom prst="line">
            <a:avLst/>
          </a:prstGeom>
          <a:noFill/>
          <a:ln w="3810">
            <a:solidFill>
              <a:srgbClr val="D7DD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91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2918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보험료 인상 가능한가요?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5844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갱신 시 평균 +1.2%/년 (표준 인상). 5년 단위 인상 폭 사전 공지.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11247120" cy="0"/>
          </a:xfrm>
          <a:prstGeom prst="line">
            <a:avLst/>
          </a:prstGeom>
          <a:noFill/>
          <a:ln w="3810">
            <a:solidFill>
              <a:srgbClr val="D7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0690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기존 보험과 중복되지 않나요?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36168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1차 상담 시 기존 보험 분석. 중복 보장은 자동 차감.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782312"/>
            <a:ext cx="11247120" cy="0"/>
          </a:xfrm>
          <a:prstGeom prst="line">
            <a:avLst/>
          </a:prstGeom>
          <a:noFill/>
          <a:ln w="3810">
            <a:solidFill>
              <a:srgbClr val="D7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46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8463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외국에서도 보장되나요?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51389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PREMIUM은 해외 의료 보장 포함. 그 외는 해외 옵션 (+₩28,000/월).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559552"/>
            <a:ext cx="11247120" cy="0"/>
          </a:xfrm>
          <a:prstGeom prst="line">
            <a:avLst/>
          </a:prstGeom>
          <a:noFill/>
          <a:ln w="3810">
            <a:solidFill>
              <a:srgbClr val="D7D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623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56235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갑자기 형편이 어려워지면?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9161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최대 6개월 보험료 납입 유예 가능. 기납입 보장은 유지.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6336792"/>
            <a:ext cx="11247120" cy="0"/>
          </a:xfrm>
          <a:prstGeom prst="line">
            <a:avLst/>
          </a:prstGeom>
          <a:noFill/>
          <a:ln w="3810">
            <a:solidFill>
              <a:srgbClr val="D7DDE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9A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 ·  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p.14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F2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covered.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1247120" cy="0"/>
          </a:xfrm>
          <a:prstGeom prst="line">
            <a:avLst/>
          </a:prstGeom>
          <a:noFill/>
          <a:ln w="6350">
            <a:solidFill>
              <a:srgbClr val="B89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9748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45920" y="2834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CONSULT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8803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30분 무료 상담 — 전화·줌·방문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45920" y="3749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37947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맞춤 견적서 — 가족 / 병력 / 라이프스타일 반영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634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645920" y="4663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47091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약관 30일 검토 + 청약 철회 보장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577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④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645920" y="5577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F2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56235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디지털 청약 + 첫 보험료 출금 + 보장 시작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B89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Tomorrow,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B89A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guarded.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11247120" cy="0"/>
          </a:xfrm>
          <a:prstGeom prst="line">
            <a:avLst/>
          </a:prstGeom>
          <a:noFill/>
          <a:ln w="12700">
            <a:solidFill>
              <a:srgbClr val="B89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A4C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LifeCare Plus — 당신의 내일을 지키는 가장 단순한 약속.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486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free@lifecare.kr  /  +82 1588-LIFE  /  lifecare.kr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126480"/>
            <a:ext cx="1371600" cy="0"/>
          </a:xfrm>
          <a:prstGeom prst="line">
            <a:avLst/>
          </a:prstGeom>
          <a:noFill/>
          <a:ln w="8890">
            <a:solidFill>
              <a:srgbClr val="B89A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AB9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LIFECARE INSURANCE  ·  EST. 1994  ·  AAA RATING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BB2C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2026-04-30T12:01:04Z</dcterms:created>
  <dcterms:modified xsi:type="dcterms:W3CDTF">2026-04-30T12:01:04Z</dcterms:modified>
</cp:coreProperties>
</file>