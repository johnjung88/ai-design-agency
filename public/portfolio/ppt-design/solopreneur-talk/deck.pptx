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286000" cy="457200"/>
          </a:xfrm>
          <a:prstGeom prst="rect">
            <a:avLst/>
          </a:prstGeom>
          <a:solidFill>
            <a:srgbClr val="E62B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TEDx SEOUL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spc="300" kern="0" dirty="0">
                <a:solidFill>
                  <a:srgbClr val="8080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SPRING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quit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i="1" spc="-400" kern="0" dirty="0">
                <a:solidFill>
                  <a:srgbClr val="E6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job.</a:t>
            </a:r>
            <a:endParaRPr lang="en-US" sz="130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1371600" cy="164592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6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매출 12배가 되었다.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0" y="5943600"/>
            <a:ext cx="12188952" cy="731520"/>
          </a:xfrm>
          <a:prstGeom prst="rect">
            <a:avLst/>
          </a:prstGeom>
          <a:solidFill>
            <a:srgbClr val="E62B1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PARK SEO-YEON / SOLOPRENEUR / 18MIN TALK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0" y="6355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@solo_seoyeon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9-to-5는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E6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죽어있다.</a:t>
            </a:r>
            <a:endParaRPr lang="en-US" sz="22000" dirty="0"/>
          </a:p>
        </p:txBody>
      </p:sp>
      <p:sp>
        <p:nvSpPr>
          <p:cNvPr id="5" name="Shape 3"/>
          <p:cNvSpPr/>
          <p:nvPr/>
        </p:nvSpPr>
        <p:spPr>
          <a:xfrm>
            <a:off x="457200" y="4937760"/>
            <a:ext cx="1371600" cy="1828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212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 일은 — 9시 이후, 5시 이전, 그리고 주말에 있다.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6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봄.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연봉 ₩72M.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1371600" cy="137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토스 시니어 PM. 안정적인 길.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 매일 아침 "이게 내 인생인가?" 묻고 있었다.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"3개월만 해보자."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그게 모든 것의 시작이었다.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E6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1.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0원.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1371600" cy="13716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9319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90.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457200" y="5349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₩48,000.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080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모르는 사람 한 명에게.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080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months later.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E6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₩864M</a:t>
            </a:r>
            <a:endParaRPr lang="en-US" sz="280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0"/>
            <a:ext cx="1371600" cy="164592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46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매출 — 직원 0명.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D6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시간만 들어갔다.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LESSON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"Niche it down,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i="1" dirty="0">
                <a:solidFill>
                  <a:srgbClr val="E6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till it hurts."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0"/>
            <a:ext cx="1371600" cy="13716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"마케팅 컨설턴트" → "한국 펫 D2C 브랜드 그로스"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6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범위가 좁아질수록 — 수익은 커진다.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LESSON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public.</a:t>
            </a:r>
            <a:endParaRPr lang="en-US" sz="130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0"/>
            <a:ext cx="1371600" cy="13716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트위터 / 매주 뉴스레터 / 매분기 결과 공개.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실수가 다른 사람의 자료가 된다 — 그게 마케팅이다.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LESSON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"Compound,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i="1" dirty="0">
                <a:solidFill>
                  <a:srgbClr val="8080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compound,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i="1" dirty="0">
                <a:solidFill>
                  <a:srgbClr val="E6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compound."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457200" y="5669280"/>
            <a:ext cx="1371600" cy="13716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1% 더 — 1년 후 37배.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당신은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E62B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솔로프리너다.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1371600" cy="164592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206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D6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월급은 — 한 명의 고객으로부터 받는 단일 매출이다.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월급쟁이도 솔로프리너 — 다만 고객 수가 1명일 뿐.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2B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질문은 "그만둘까?"가 아니라 "고객 수를 어떻게 늘릴까?"입니다.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6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i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you.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457200" y="5394960"/>
            <a:ext cx="1371600" cy="164592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PARK SEO-YEON / SOLOPRENEUR / @solo_seoyeon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seoyeon@soloprenuer.kr  ·  https://soloprenuer.kr  ·  Newsletter 84K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2026-04-30T12:05:10Z</dcterms:created>
  <dcterms:modified xsi:type="dcterms:W3CDTF">2026-04-30T12:05:10Z</dcterms:modified>
</cp:coreProperties>
</file>