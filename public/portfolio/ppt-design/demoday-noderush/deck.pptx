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DAY · 5MIN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NodeRush.</a:t>
            </a:r>
            <a:endParaRPr lang="en-US" sz="130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3657600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023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6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개발자 채용을 자동화한다.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코드 평가 + 1주일 채용 + 90% 정확도.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88952" cy="54864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KIM HYUN-JOON, CEO  ·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kim@noderush.io  ·  </a:t>
            </a:r>
            <a:pPr indent="0" marL="0">
              <a:buNone/>
            </a:pPr>
            <a:r>
              <a:rPr lang="en-US" sz="1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RAISING $500K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84일.</a:t>
            </a:r>
            <a:endParaRPr lang="en-US" sz="220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1371600" cy="9144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개발자 채용에 평균 84일.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면접 12라운드. 비용 ₩48M. 그리고 70%는 1년 안에 떠난다.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자료: 한국개발자협회 2025 / Stack Overflow Korea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spc="-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84일 → 7일.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한다.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457200" y="4526280"/>
            <a:ext cx="1828800" cy="9144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NodeRush는 GitHub·LeetCode·블로그를 분석해 개발자 실력을 5초 만에 평가합니다.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STEPS.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82880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00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971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URL → AI 분석 → Skill score (5초)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124712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82880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00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251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 매칭 → 상위 5명 추천 (Top 1% 정확도)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182880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00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5532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코드 챌린지 + 기술 면접 (1일 완료)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Numbers.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394960" cy="1691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PAID COMPANIES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394960" cy="169164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560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1,200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649224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EVALUATIONS / 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5394960" cy="1691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4805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7d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731520" y="5623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AVG HIRE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389120"/>
            <a:ext cx="5394960" cy="1691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44805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9600" dirty="0"/>
          </a:p>
        </p:txBody>
      </p:sp>
      <p:sp>
        <p:nvSpPr>
          <p:cNvPr id="17" name="Text 15"/>
          <p:cNvSpPr/>
          <p:nvPr/>
        </p:nvSpPr>
        <p:spPr>
          <a:xfrm>
            <a:off x="6492240" y="5623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 ACCURACY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$3.2B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글로벌 개발자 채용 시장.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매년 +24% — 우리는 한국 + APAC 0.8% 점유 목표 (Y3 $24M).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852160"/>
            <a:ext cx="3657600" cy="6400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852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TAM: $3.2B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5852160"/>
            <a:ext cx="3657600" cy="640080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5852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SAM: $240M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5852160"/>
            <a:ext cx="3657600" cy="64008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5852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SOM: $24M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$240/hire.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828800" cy="9144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6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회사가 채용 1건당 우리에게 지불.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헤드헌터 ₩12M → ₩240. 50배 절감.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5394960" cy="19202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₩12M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헤드헌터 / 84일 / 70% 이탈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4389120"/>
            <a:ext cx="5394960" cy="192024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NODERUSH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₩240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6492240" y="5897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00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/ 7일 / 18% 이탈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0" b="1" spc="-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by</a:t>
            </a:r>
            <a:endParaRPr lang="en-US" sz="8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0" b="1" spc="-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Developers.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3657600" cy="23774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KIM HYUN-JOON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320040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92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ex-Toss / KAIST CS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8y full-stack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3657600"/>
            <a:ext cx="3657600" cy="23774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3657600"/>
            <a:ext cx="3657600" cy="4572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LEE SOO-YEON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4754880"/>
            <a:ext cx="320040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892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ex-Naver AI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KAIST PhD / NLP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3657600"/>
            <a:ext cx="3657600" cy="23774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3657600"/>
            <a:ext cx="3657600" cy="4572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CGO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PARK JI-WON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12480" y="4754880"/>
            <a:ext cx="320040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4892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ex-Coupang HR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6년 / Tech 전문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1371600" cy="13716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251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Pre-Seed Round.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12개월 운영 + 200 회사 도달 + Series A 준비.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5669280"/>
            <a:ext cx="539496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56692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VAL: $4M post-money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5669280"/>
            <a:ext cx="5394960" cy="64008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56692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WANTED ($300K+)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i="1" spc="-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spc="-400" kern="0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RUSH.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457200" y="4434840"/>
            <a:ext cx="1371600" cy="13716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E6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NodeRush — Hire developers in 7 days, not 84.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623560"/>
            <a:ext cx="12188952" cy="9144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760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KIM HYUN-JOON, CEO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kim@noderush.io  ·  noderush.io  ·  +82 10-XXXX-XXXX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0" y="5760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/ 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2026-04-30T11:41:56Z</dcterms:created>
  <dcterms:modified xsi:type="dcterms:W3CDTF">2026-04-30T11:41:56Z</dcterms:modified>
</cp:coreProperties>
</file>